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83" r:id="rId2"/>
    <p:sldId id="287" r:id="rId3"/>
    <p:sldId id="282" r:id="rId4"/>
    <p:sldId id="280" r:id="rId5"/>
    <p:sldId id="279" r:id="rId6"/>
    <p:sldId id="260" r:id="rId7"/>
    <p:sldId id="290" r:id="rId8"/>
    <p:sldId id="291" r:id="rId9"/>
    <p:sldId id="306" r:id="rId10"/>
    <p:sldId id="293" r:id="rId11"/>
    <p:sldId id="297" r:id="rId12"/>
    <p:sldId id="296" r:id="rId13"/>
    <p:sldId id="295" r:id="rId14"/>
    <p:sldId id="294" r:id="rId15"/>
    <p:sldId id="298" r:id="rId16"/>
    <p:sldId id="299" r:id="rId17"/>
    <p:sldId id="300" r:id="rId18"/>
    <p:sldId id="301" r:id="rId19"/>
    <p:sldId id="311" r:id="rId20"/>
    <p:sldId id="273" r:id="rId21"/>
    <p:sldId id="312" r:id="rId22"/>
    <p:sldId id="308" r:id="rId23"/>
    <p:sldId id="265" r:id="rId24"/>
    <p:sldId id="270" r:id="rId25"/>
    <p:sldId id="285" r:id="rId26"/>
  </p:sldIdLst>
  <p:sldSz cx="12192000" cy="6858000"/>
  <p:notesSz cx="6858000" cy="9144000"/>
  <p:embeddedFontLst>
    <p:embeddedFont>
      <p:font typeface="Agency FB" panose="020B0503020202020204" pitchFamily="34" charset="0"/>
      <p:regular r:id="rId27"/>
      <p:bold r:id="rId28"/>
    </p:embeddedFont>
    <p:embeddedFont>
      <p:font typeface="Bebas Neue" panose="020B0606020202050201" pitchFamily="34" charset="0"/>
      <p:regular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libri Light" panose="020F0302020204030204" pitchFamily="34" charset="0"/>
      <p:regular r:id="rId34"/>
      <p:italic r:id="rId35"/>
    </p:embeddedFont>
  </p:embeddedFontLst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05AC"/>
    <a:srgbClr val="1E72C7"/>
    <a:srgbClr val="FCBC40"/>
    <a:srgbClr val="F648C8"/>
    <a:srgbClr val="F7615D"/>
    <a:srgbClr val="7F7F7F"/>
    <a:srgbClr val="534E4A"/>
    <a:srgbClr val="FFDC97"/>
    <a:srgbClr val="FFF2CC"/>
    <a:srgbClr val="A3E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8" autoAdjust="0"/>
    <p:restoredTop sz="94660"/>
  </p:normalViewPr>
  <p:slideViewPr>
    <p:cSldViewPr snapToGrid="0">
      <p:cViewPr varScale="1">
        <p:scale>
          <a:sx n="77" d="100"/>
          <a:sy n="77" d="100"/>
        </p:scale>
        <p:origin x="420" y="90"/>
      </p:cViewPr>
      <p:guideLst>
        <p:guide orient="horz" pos="2183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CA9FA-5356-4A9E-BF50-2BD727697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08F8D-EB56-487B-B9CC-921F3A673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E9022-DFCE-4DDD-B006-AA1991051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6E6FD-E293-4627-AB79-93C4D3EF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8CB5F-5671-4E1A-911A-867E503B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5055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4F947-CD09-4337-8BDF-D98A77B48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38B20-A7F7-4923-990B-6F7848D33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EBA8A-93CD-4797-81A1-E14465E8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63F50-04B5-46EF-8C0E-761D2113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00F26-82B3-4F3D-9F62-54236150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3256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3655-4DC4-4B4E-A49A-C16A95C3A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343DB-957D-4068-A926-FB12C719C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43A8E-4B48-447E-B183-580D3D3B0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5452D-462E-43D9-8007-7D3D1A104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27F76-61B8-4BA7-A26A-6B44EEEF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10281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0F26-C5D7-44BB-AC09-8B5F2DE77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2F499-C9E6-4348-9F3B-1F03E7FD8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A22E9-B3F2-4154-A97A-FCCA7940B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F065-A517-4708-9D80-5B2BF5A3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4B5B2-F37F-4350-9BC7-40538FEE4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BA24D-B746-46E4-9AAD-1E1CDDDD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090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B8CEA-9825-4A60-9C82-102D982A3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BEBB2-7747-430C-9492-C47D4A89C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D4A53-3BC1-4C3C-AD59-50E130113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51F4FA-672E-46EA-8CF4-9A13FCA50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11AF3-54A0-4CF6-AFE4-5DC6692667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B8BD54-FEC3-4AB6-AF98-49DC6AE3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6562AE-E3D2-45DA-8358-DB3E0BE37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0879F-F7CF-4586-8D1D-F8AE39AE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8664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00E4-7F10-4394-BC5A-B685F099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0BA725-B16F-4A14-BD14-C5FE60D46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489DB-0D60-4542-A268-2A9433F3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93692-061C-4EC2-AE75-3FF4121C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334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8126EA-3938-46E0-8AD0-5CDD4501E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1948F-232A-4A65-B8F2-740C47D4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B16EE-0AE4-4415-A0EA-EBC0E1F5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4741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B601D-507E-4C66-803B-107CB2AE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31997-F6E9-4AEE-B707-AD0EFF660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EDA3C-3873-4313-ABA4-B39562D59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21D7B-606D-463F-BE91-9D6CE274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F2738-BBB4-444B-BCD6-E0026E0E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59B2B-A7CF-4126-AA41-EAC589E5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1870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105A-4204-45D6-9E31-088F04C6D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CCFB84-2C5E-49E5-83CF-FDABC5BE9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7CE98-C491-44A4-9730-99A1D9275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2BCFB-5743-487C-91EE-55ABE859D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D86E2-E7BD-44A8-9248-4A588262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9C483-1427-4327-A378-455AA34F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84540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745E2-9AFB-4768-8292-82EA66965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4C087-FC64-436D-B140-D1750EE97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F5B4A-C322-4F94-83D3-BE5035075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631E7-BA4C-43ED-A4D5-04C8875D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5BB2D-9B3A-45EB-87AF-BDA501398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0634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6414D-30DE-401E-9380-E2582D0CCF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54ECE-825E-4E5D-A493-B1BCD3910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22EA7-053C-45C8-92A1-0813596CF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04B26-3F4A-4BC9-AA7C-F596FA7C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4FE58-AB84-497F-8D6F-6A08BE13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81715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F777B-FFEC-4EE1-8A98-1DA1F3B4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C2D69-7C4E-46AF-97F6-AE64C0426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5CA01-8524-491D-AAF6-E8FA8F02D9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D73F0-6772-4E9B-B765-A1DE5177BA1B}" type="datetimeFigureOut">
              <a:rPr lang="id-ID" smtClean="0"/>
              <a:t>27/05/2026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28701-FD75-437E-876E-0599AB04E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C5531-B95B-4EC1-A264-7D91B624E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1A28A-265C-43D1-8176-C95250DD76AC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63923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D721B7-D3B5-41F4-B678-A994E5FDEAD4}"/>
              </a:ext>
            </a:extLst>
          </p:cNvPr>
          <p:cNvSpPr/>
          <p:nvPr/>
        </p:nvSpPr>
        <p:spPr>
          <a:xfrm>
            <a:off x="4738688" y="2036763"/>
            <a:ext cx="2857500" cy="2857500"/>
          </a:xfrm>
          <a:prstGeom prst="rect">
            <a:avLst/>
          </a:prstGeom>
          <a:solidFill>
            <a:schemeClr val="bg2">
              <a:lumMod val="2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DB62D4-1B74-415D-A933-5F6D22078135}"/>
              </a:ext>
            </a:extLst>
          </p:cNvPr>
          <p:cNvSpPr/>
          <p:nvPr/>
        </p:nvSpPr>
        <p:spPr>
          <a:xfrm flipV="1">
            <a:off x="7140742" y="3301375"/>
            <a:ext cx="5219700" cy="337606"/>
          </a:xfrm>
          <a:prstGeom prst="rect">
            <a:avLst/>
          </a:prstGeom>
          <a:solidFill>
            <a:srgbClr val="B0DD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58499F-F5F7-4897-AF9F-3EFBD0D12ADB}"/>
              </a:ext>
            </a:extLst>
          </p:cNvPr>
          <p:cNvSpPr txBox="1"/>
          <p:nvPr/>
        </p:nvSpPr>
        <p:spPr>
          <a:xfrm>
            <a:off x="5557838" y="2088153"/>
            <a:ext cx="121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  <a:latin typeface="Bebas Neue" panose="020B0606020202050201" pitchFamily="34" charset="0"/>
              </a:rPr>
              <a:t>Olá</a:t>
            </a:r>
            <a:endParaRPr lang="id-ID" sz="4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6C3D4-8F2C-4C3F-BDB1-1C2A4F8E8727}"/>
              </a:ext>
            </a:extLst>
          </p:cNvPr>
          <p:cNvSpPr txBox="1"/>
          <p:nvPr/>
        </p:nvSpPr>
        <p:spPr>
          <a:xfrm>
            <a:off x="4843923" y="4061961"/>
            <a:ext cx="2647030" cy="634790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pt-BR" sz="4800" dirty="0">
                <a:solidFill>
                  <a:schemeClr val="bg1"/>
                </a:solidFill>
                <a:latin typeface="Bebas Neue" panose="020B0606020202050201" pitchFamily="34" charset="0"/>
              </a:rPr>
              <a:t>Sistema da informação</a:t>
            </a:r>
            <a:endParaRPr lang="id-ID" sz="48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F62B18B-052F-4853-BA9E-51B69B8A4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352" y="2649755"/>
            <a:ext cx="1825296" cy="11385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0217629"/>
      </p:ext>
    </p:extLst>
  </p:cSld>
  <p:clrMapOvr>
    <a:masterClrMapping/>
  </p:clrMapOvr>
  <p:transition spd="slow" advClick="0" advTm="0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DB62D4-1B74-415D-A933-5F6D22078135}"/>
              </a:ext>
            </a:extLst>
          </p:cNvPr>
          <p:cNvSpPr/>
          <p:nvPr/>
        </p:nvSpPr>
        <p:spPr>
          <a:xfrm flipV="1">
            <a:off x="0" y="3301375"/>
            <a:ext cx="12192000" cy="337606"/>
          </a:xfrm>
          <a:prstGeom prst="rect">
            <a:avLst/>
          </a:prstGeom>
          <a:solidFill>
            <a:srgbClr val="B0DD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321087859"/>
      </p:ext>
    </p:extLst>
  </p:cSld>
  <p:clrMapOvr>
    <a:masterClrMapping/>
  </p:clrMapOvr>
  <p:transition spd="slow" advClick="0" advTm="0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226">
            <a:extLst>
              <a:ext uri="{FF2B5EF4-FFF2-40B4-BE49-F238E27FC236}">
                <a16:creationId xmlns:a16="http://schemas.microsoft.com/office/drawing/2014/main" id="{E5FAF6D6-E894-4244-ADB6-B0F9CC3C34EC}"/>
              </a:ext>
            </a:extLst>
          </p:cNvPr>
          <p:cNvSpPr/>
          <p:nvPr/>
        </p:nvSpPr>
        <p:spPr>
          <a:xfrm>
            <a:off x="-14337239" y="4833916"/>
            <a:ext cx="14385985" cy="1348386"/>
          </a:xfrm>
          <a:prstGeom prst="rect">
            <a:avLst/>
          </a:prstGeom>
          <a:solidFill>
            <a:srgbClr val="B0DD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0CF5E24A-B232-4130-A84C-EE0264B39B27}"/>
              </a:ext>
            </a:extLst>
          </p:cNvPr>
          <p:cNvSpPr txBox="1"/>
          <p:nvPr/>
        </p:nvSpPr>
        <p:spPr>
          <a:xfrm>
            <a:off x="2292181" y="5116307"/>
            <a:ext cx="76669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2">
                    <a:lumMod val="25000"/>
                  </a:schemeClr>
                </a:solidFill>
                <a:latin typeface="Bebas Neue" panose="020B0606020202050201" pitchFamily="34" charset="0"/>
              </a:rPr>
              <a:t>MEMBROS DO </a:t>
            </a:r>
            <a:r>
              <a:rPr lang="en-US" sz="6600" dirty="0" err="1">
                <a:solidFill>
                  <a:schemeClr val="bg2">
                    <a:lumMod val="25000"/>
                  </a:schemeClr>
                </a:solidFill>
                <a:latin typeface="Bebas Neue" panose="020B0606020202050201" pitchFamily="34" charset="0"/>
              </a:rPr>
              <a:t>GRUPo</a:t>
            </a:r>
            <a:endParaRPr lang="id-ID" sz="6600" dirty="0">
              <a:solidFill>
                <a:schemeClr val="bg2">
                  <a:lumMod val="25000"/>
                </a:schemeClr>
              </a:solidFill>
              <a:latin typeface="Bebas Neue" panose="020B0606020202050201" pitchFamily="34" charset="0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08CE0D1-69B7-402D-B986-47CC8272086B}"/>
              </a:ext>
            </a:extLst>
          </p:cNvPr>
          <p:cNvGrpSpPr/>
          <p:nvPr/>
        </p:nvGrpSpPr>
        <p:grpSpPr>
          <a:xfrm>
            <a:off x="1764457" y="-949528"/>
            <a:ext cx="1762546" cy="5336823"/>
            <a:chOff x="1764457" y="-949528"/>
            <a:chExt cx="1762546" cy="5336823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DA8C4C3C-4402-48D0-BAA9-A047D335E1F9}"/>
                </a:ext>
              </a:extLst>
            </p:cNvPr>
            <p:cNvGrpSpPr/>
            <p:nvPr/>
          </p:nvGrpSpPr>
          <p:grpSpPr>
            <a:xfrm>
              <a:off x="1764457" y="-949528"/>
              <a:ext cx="1762546" cy="5336823"/>
              <a:chOff x="323258" y="-672037"/>
              <a:chExt cx="1762546" cy="5336823"/>
            </a:xfrm>
          </p:grpSpPr>
          <p:sp>
            <p:nvSpPr>
              <p:cNvPr id="170" name="Rectangle: Rounded Corners 169">
                <a:extLst>
                  <a:ext uri="{FF2B5EF4-FFF2-40B4-BE49-F238E27FC236}">
                    <a16:creationId xmlns:a16="http://schemas.microsoft.com/office/drawing/2014/main" id="{2D53A678-B96B-45DC-A665-A975B221FE1F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B154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71" name="Rectangle: Top Corners Rounded 170">
                <a:extLst>
                  <a:ext uri="{FF2B5EF4-FFF2-40B4-BE49-F238E27FC236}">
                    <a16:creationId xmlns:a16="http://schemas.microsoft.com/office/drawing/2014/main" id="{5B0E0D92-606F-4E0E-AD63-E878BAA9D5F0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E66E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72" name="Rectangle: Top Corners Rounded 171">
                <a:extLst>
                  <a:ext uri="{FF2B5EF4-FFF2-40B4-BE49-F238E27FC236}">
                    <a16:creationId xmlns:a16="http://schemas.microsoft.com/office/drawing/2014/main" id="{6DBA3F7D-871B-4C6C-A82C-D5FBD19626A7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408894E2-5964-4CDB-A69B-04EAC9373D2B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174" name="Block Arc 173">
                <a:extLst>
                  <a:ext uri="{FF2B5EF4-FFF2-40B4-BE49-F238E27FC236}">
                    <a16:creationId xmlns:a16="http://schemas.microsoft.com/office/drawing/2014/main" id="{705BB50B-139E-4C9C-8167-869308D66C62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A704B2D7-CBB6-4AF1-B460-CA2BE9C1FD3C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FF0000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B51DD393-CD49-41A2-BE45-27418A99B925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E66E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gabriel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8E4294DF-A020-4B51-9969-9EEED5A6F002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02</a:t>
                </a:r>
              </a:p>
            </p:txBody>
          </p:sp>
          <p:sp>
            <p:nvSpPr>
              <p:cNvPr id="178" name="Rectangle: Rounded Corners 177">
                <a:extLst>
                  <a:ext uri="{FF2B5EF4-FFF2-40B4-BE49-F238E27FC236}">
                    <a16:creationId xmlns:a16="http://schemas.microsoft.com/office/drawing/2014/main" id="{493DD8C4-712A-4F69-832A-D9F63304B5A1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E66E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8D0A496-2B98-497E-88E0-E0A2476315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49" t="2262" r="17469" b="32655"/>
            <a:stretch/>
          </p:blipFill>
          <p:spPr bwMode="auto">
            <a:xfrm>
              <a:off x="2042952" y="2234104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43A7B5B-D2F3-480F-A3B3-1E486A860D7E}"/>
              </a:ext>
            </a:extLst>
          </p:cNvPr>
          <p:cNvGrpSpPr/>
          <p:nvPr/>
        </p:nvGrpSpPr>
        <p:grpSpPr>
          <a:xfrm>
            <a:off x="10489807" y="-299256"/>
            <a:ext cx="1762546" cy="5336823"/>
            <a:chOff x="10489807" y="-299256"/>
            <a:chExt cx="1762546" cy="5336823"/>
          </a:xfrm>
        </p:grpSpPr>
        <p:grpSp>
          <p:nvGrpSpPr>
            <p:cNvPr id="77" name="Group 155">
              <a:extLst>
                <a:ext uri="{FF2B5EF4-FFF2-40B4-BE49-F238E27FC236}">
                  <a16:creationId xmlns:a16="http://schemas.microsoft.com/office/drawing/2014/main" id="{1529DDE4-0900-475B-8C0B-88F0A02B6BFB}"/>
                </a:ext>
              </a:extLst>
            </p:cNvPr>
            <p:cNvGrpSpPr/>
            <p:nvPr/>
          </p:nvGrpSpPr>
          <p:grpSpPr>
            <a:xfrm>
              <a:off x="10489807" y="-299256"/>
              <a:ext cx="1762546" cy="5336823"/>
              <a:chOff x="323258" y="-672037"/>
              <a:chExt cx="1762546" cy="5336823"/>
            </a:xfrm>
          </p:grpSpPr>
          <p:sp>
            <p:nvSpPr>
              <p:cNvPr id="79" name="Rectangle: Rounded Corners 157">
                <a:extLst>
                  <a:ext uri="{FF2B5EF4-FFF2-40B4-BE49-F238E27FC236}">
                    <a16:creationId xmlns:a16="http://schemas.microsoft.com/office/drawing/2014/main" id="{F028A205-0824-4AD2-9952-6CCA1618A3D6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D905A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80" name="Rectangle: Top Corners Rounded 158">
                <a:extLst>
                  <a:ext uri="{FF2B5EF4-FFF2-40B4-BE49-F238E27FC236}">
                    <a16:creationId xmlns:a16="http://schemas.microsoft.com/office/drawing/2014/main" id="{9376C3C6-8AB7-4A7B-BDC4-0906DC79360E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F648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81" name="Rectangle: Top Corners Rounded 159">
                <a:extLst>
                  <a:ext uri="{FF2B5EF4-FFF2-40B4-BE49-F238E27FC236}">
                    <a16:creationId xmlns:a16="http://schemas.microsoft.com/office/drawing/2014/main" id="{ABDC42EA-6886-49B6-AA1A-AF4A094F87D9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82" name="Freeform: Shape 160">
                <a:extLst>
                  <a:ext uri="{FF2B5EF4-FFF2-40B4-BE49-F238E27FC236}">
                    <a16:creationId xmlns:a16="http://schemas.microsoft.com/office/drawing/2014/main" id="{77E65136-2940-47EF-A6FD-9B2E1B922235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83" name="Block Arc 161">
                <a:extLst>
                  <a:ext uri="{FF2B5EF4-FFF2-40B4-BE49-F238E27FC236}">
                    <a16:creationId xmlns:a16="http://schemas.microsoft.com/office/drawing/2014/main" id="{4400C58E-A710-488D-A739-E91A1FD2E0B1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Oval 162">
                <a:extLst>
                  <a:ext uri="{FF2B5EF4-FFF2-40B4-BE49-F238E27FC236}">
                    <a16:creationId xmlns:a16="http://schemas.microsoft.com/office/drawing/2014/main" id="{9E058768-67D1-4C44-8194-32E4E19ACCD8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85" name="Rectangle 163">
                <a:extLst>
                  <a:ext uri="{FF2B5EF4-FFF2-40B4-BE49-F238E27FC236}">
                    <a16:creationId xmlns:a16="http://schemas.microsoft.com/office/drawing/2014/main" id="{91E8CEF6-5A28-4A75-94C9-EDD6A88810CA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F648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hanna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86" name="TextBox 164">
                <a:extLst>
                  <a:ext uri="{FF2B5EF4-FFF2-40B4-BE49-F238E27FC236}">
                    <a16:creationId xmlns:a16="http://schemas.microsoft.com/office/drawing/2014/main" id="{96917A6C-C068-4E58-A4D1-1F3BF7D987FD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</a:t>
                </a:r>
                <a:r>
                  <a:rPr lang="pt-BR" dirty="0">
                    <a:latin typeface="Bebas Neue" panose="020B0606020202050201" pitchFamily="34" charset="0"/>
                  </a:rPr>
                  <a:t>7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87" name="Rectangle: Rounded Corners 165">
                <a:extLst>
                  <a:ext uri="{FF2B5EF4-FFF2-40B4-BE49-F238E27FC236}">
                    <a16:creationId xmlns:a16="http://schemas.microsoft.com/office/drawing/2014/main" id="{6F6188E2-DA20-42A9-AA46-6B635D863BA1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F648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2CD1EF6B-3A29-4319-B93B-2DD38C9F7F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72" t="750" r="10628" b="26548"/>
            <a:stretch/>
          </p:blipFill>
          <p:spPr bwMode="auto">
            <a:xfrm>
              <a:off x="10796898" y="2953639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0008CDEF-A6D4-4D89-9C84-789D2A5598C4}"/>
              </a:ext>
            </a:extLst>
          </p:cNvPr>
          <p:cNvGrpSpPr/>
          <p:nvPr/>
        </p:nvGrpSpPr>
        <p:grpSpPr>
          <a:xfrm>
            <a:off x="-7357" y="-112612"/>
            <a:ext cx="1762546" cy="5336823"/>
            <a:chOff x="-7357" y="-112612"/>
            <a:chExt cx="1762546" cy="5336823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58BFBF53-FDDB-434E-8779-4F38A2A2BB85}"/>
                </a:ext>
              </a:extLst>
            </p:cNvPr>
            <p:cNvGrpSpPr/>
            <p:nvPr/>
          </p:nvGrpSpPr>
          <p:grpSpPr>
            <a:xfrm>
              <a:off x="-7357" y="-112612"/>
              <a:ext cx="1762546" cy="5336823"/>
              <a:chOff x="323258" y="-672037"/>
              <a:chExt cx="1762546" cy="5336823"/>
            </a:xfrm>
          </p:grpSpPr>
          <p:sp>
            <p:nvSpPr>
              <p:cNvPr id="158" name="Rectangle: Rounded Corners 157">
                <a:extLst>
                  <a:ext uri="{FF2B5EF4-FFF2-40B4-BE49-F238E27FC236}">
                    <a16:creationId xmlns:a16="http://schemas.microsoft.com/office/drawing/2014/main" id="{774A9259-D773-49E4-9691-8EFE6AE654D9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9B30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159" name="Rectangle: Top Corners Rounded 158">
                <a:extLst>
                  <a:ext uri="{FF2B5EF4-FFF2-40B4-BE49-F238E27FC236}">
                    <a16:creationId xmlns:a16="http://schemas.microsoft.com/office/drawing/2014/main" id="{CEC38630-1255-456E-BF2B-F25836B2A026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C03C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60" name="Rectangle: Top Corners Rounded 159">
                <a:extLst>
                  <a:ext uri="{FF2B5EF4-FFF2-40B4-BE49-F238E27FC236}">
                    <a16:creationId xmlns:a16="http://schemas.microsoft.com/office/drawing/2014/main" id="{00E7F646-7B0A-465A-96BB-8EDAEA6F456F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DB11DDA6-45CF-4601-B11E-B407379E2356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162" name="Block Arc 161">
                <a:extLst>
                  <a:ext uri="{FF2B5EF4-FFF2-40B4-BE49-F238E27FC236}">
                    <a16:creationId xmlns:a16="http://schemas.microsoft.com/office/drawing/2014/main" id="{1F21E018-13F5-4330-B30D-345782D38857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8A2EB5A-716F-4E31-888C-09546261E66B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555B63D5-EA41-4119-9111-F83C95740FD6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C03C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latin typeface="Bebas Neue" panose="020B0606020202050201" pitchFamily="34" charset="0"/>
                  </a:rPr>
                  <a:t>daniel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96E2388D-9880-4C3E-98DD-872248804814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01</a:t>
                </a:r>
              </a:p>
            </p:txBody>
          </p:sp>
          <p:sp>
            <p:nvSpPr>
              <p:cNvPr id="166" name="Rectangle: Rounded Corners 165">
                <a:extLst>
                  <a:ext uri="{FF2B5EF4-FFF2-40B4-BE49-F238E27FC236}">
                    <a16:creationId xmlns:a16="http://schemas.microsoft.com/office/drawing/2014/main" id="{C30CDF10-1AF3-40DA-881D-923CD2FFAFDD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C03C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8E7A5715-A63D-4FAF-B5E2-B3C3CA334C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80" t="8317" r="19766" b="30330"/>
            <a:stretch/>
          </p:blipFill>
          <p:spPr bwMode="auto">
            <a:xfrm>
              <a:off x="283288" y="3051810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EEE9BE5-6A5D-48DF-8E67-73054747942F}"/>
              </a:ext>
            </a:extLst>
          </p:cNvPr>
          <p:cNvGrpSpPr/>
          <p:nvPr/>
        </p:nvGrpSpPr>
        <p:grpSpPr>
          <a:xfrm>
            <a:off x="3541939" y="-212293"/>
            <a:ext cx="1762546" cy="5336823"/>
            <a:chOff x="3541939" y="-212293"/>
            <a:chExt cx="1762546" cy="5336823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C5325794-D8B8-4ED8-8E53-EEA21F4B6BD0}"/>
                </a:ext>
              </a:extLst>
            </p:cNvPr>
            <p:cNvGrpSpPr/>
            <p:nvPr/>
          </p:nvGrpSpPr>
          <p:grpSpPr>
            <a:xfrm>
              <a:off x="3541939" y="-212293"/>
              <a:ext cx="1762546" cy="5336823"/>
              <a:chOff x="323258" y="-672037"/>
              <a:chExt cx="1762546" cy="5336823"/>
            </a:xfrm>
          </p:grpSpPr>
          <p:sp>
            <p:nvSpPr>
              <p:cNvPr id="182" name="Rectangle: Rounded Corners 181">
                <a:extLst>
                  <a:ext uri="{FF2B5EF4-FFF2-40B4-BE49-F238E27FC236}">
                    <a16:creationId xmlns:a16="http://schemas.microsoft.com/office/drawing/2014/main" id="{FD6C2855-7861-4886-ADC2-1630607E6E58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E2A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83" name="Rectangle: Top Corners Rounded 182">
                <a:extLst>
                  <a:ext uri="{FF2B5EF4-FFF2-40B4-BE49-F238E27FC236}">
                    <a16:creationId xmlns:a16="http://schemas.microsoft.com/office/drawing/2014/main" id="{D0371C7E-DEAD-432A-83F3-F6198C706398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FFC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84" name="Rectangle: Top Corners Rounded 183">
                <a:extLst>
                  <a:ext uri="{FF2B5EF4-FFF2-40B4-BE49-F238E27FC236}">
                    <a16:creationId xmlns:a16="http://schemas.microsoft.com/office/drawing/2014/main" id="{A049B5F8-0D11-4660-AB6E-BAEDC1F8E6D2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A66E212A-D0C7-4AD4-B7E5-39D5E6C286FC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186" name="Block Arc 185">
                <a:extLst>
                  <a:ext uri="{FF2B5EF4-FFF2-40B4-BE49-F238E27FC236}">
                    <a16:creationId xmlns:a16="http://schemas.microsoft.com/office/drawing/2014/main" id="{E5EB2679-BC3B-4A98-9240-FFDA94A23FC7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B2C30105-60CE-4EE6-9DD9-78A221FD099F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147AFDFA-EA19-4DC5-A439-9A03D3D47701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FFC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emanuelle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B947FC2C-1F4C-4240-9691-7EDE14A85F97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03</a:t>
                </a:r>
              </a:p>
            </p:txBody>
          </p:sp>
          <p:sp>
            <p:nvSpPr>
              <p:cNvPr id="190" name="Rectangle: Rounded Corners 189">
                <a:extLst>
                  <a:ext uri="{FF2B5EF4-FFF2-40B4-BE49-F238E27FC236}">
                    <a16:creationId xmlns:a16="http://schemas.microsoft.com/office/drawing/2014/main" id="{D668351E-2559-4759-B20C-D0EF637C358E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FFC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1C57C5DD-59D9-4997-9009-E5A8DF5647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69" t="362" r="8768" b="14175"/>
            <a:stretch/>
          </p:blipFill>
          <p:spPr bwMode="auto">
            <a:xfrm>
              <a:off x="3817992" y="3008646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42ECFBB-ADEE-4BED-9EA8-50784A907FF9}"/>
              </a:ext>
            </a:extLst>
          </p:cNvPr>
          <p:cNvGrpSpPr/>
          <p:nvPr/>
        </p:nvGrpSpPr>
        <p:grpSpPr>
          <a:xfrm>
            <a:off x="6966758" y="-271138"/>
            <a:ext cx="1762546" cy="5336823"/>
            <a:chOff x="6966758" y="-271138"/>
            <a:chExt cx="1762546" cy="5336823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E0660D38-A6E8-4CD9-84EA-BBD14A53BBEA}"/>
                </a:ext>
              </a:extLst>
            </p:cNvPr>
            <p:cNvGrpSpPr/>
            <p:nvPr/>
          </p:nvGrpSpPr>
          <p:grpSpPr>
            <a:xfrm>
              <a:off x="6966758" y="-271138"/>
              <a:ext cx="1762546" cy="5336823"/>
              <a:chOff x="323258" y="-672037"/>
              <a:chExt cx="1762546" cy="5336823"/>
            </a:xfrm>
          </p:grpSpPr>
          <p:sp>
            <p:nvSpPr>
              <p:cNvPr id="206" name="Rectangle: Rounded Corners 205">
                <a:extLst>
                  <a:ext uri="{FF2B5EF4-FFF2-40B4-BE49-F238E27FC236}">
                    <a16:creationId xmlns:a16="http://schemas.microsoft.com/office/drawing/2014/main" id="{A7763924-4F45-49B7-8A26-5A751064F075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07" name="Rectangle: Top Corners Rounded 206">
                <a:extLst>
                  <a:ext uri="{FF2B5EF4-FFF2-40B4-BE49-F238E27FC236}">
                    <a16:creationId xmlns:a16="http://schemas.microsoft.com/office/drawing/2014/main" id="{0E923725-2F26-4291-BA5E-87CCDF8621AD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08" name="Rectangle: Top Corners Rounded 207">
                <a:extLst>
                  <a:ext uri="{FF2B5EF4-FFF2-40B4-BE49-F238E27FC236}">
                    <a16:creationId xmlns:a16="http://schemas.microsoft.com/office/drawing/2014/main" id="{B0FE46EC-173A-49BE-ADAB-8E042877C4AC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4D582A49-4AB3-4B4A-91E6-BBFD991B6863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210" name="Block Arc 209">
                <a:extLst>
                  <a:ext uri="{FF2B5EF4-FFF2-40B4-BE49-F238E27FC236}">
                    <a16:creationId xmlns:a16="http://schemas.microsoft.com/office/drawing/2014/main" id="{4AB064D3-F439-472B-B3AE-1A350030ACA9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4CAB88A8-2E77-41BE-BD47-6EAC034710FC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DDAD7472-DDD5-4465-B5E6-02C899D20800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pedro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C207B59-CDF9-4E95-BFDE-2AD040114BAC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05</a:t>
                </a:r>
              </a:p>
            </p:txBody>
          </p:sp>
          <p:sp>
            <p:nvSpPr>
              <p:cNvPr id="214" name="Rectangle: Rounded Corners 213">
                <a:extLst>
                  <a:ext uri="{FF2B5EF4-FFF2-40B4-BE49-F238E27FC236}">
                    <a16:creationId xmlns:a16="http://schemas.microsoft.com/office/drawing/2014/main" id="{3E9B99F2-9492-4C7F-98FF-873DE428626F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33920F66-AF02-46D2-B223-4C15AC692A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94" t="7423" r="-3111" b="5660"/>
            <a:stretch/>
          </p:blipFill>
          <p:spPr bwMode="auto">
            <a:xfrm>
              <a:off x="7245642" y="2945357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E23C650-E21F-46A7-8186-C1AEBED8E41D}"/>
              </a:ext>
            </a:extLst>
          </p:cNvPr>
          <p:cNvGrpSpPr/>
          <p:nvPr/>
        </p:nvGrpSpPr>
        <p:grpSpPr>
          <a:xfrm>
            <a:off x="8743312" y="-996397"/>
            <a:ext cx="1762546" cy="5336823"/>
            <a:chOff x="8743312" y="-996397"/>
            <a:chExt cx="1762546" cy="5336823"/>
          </a:xfrm>
        </p:grpSpPr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644D80A1-628A-491B-BD5D-8752B41FE1E0}"/>
                </a:ext>
              </a:extLst>
            </p:cNvPr>
            <p:cNvGrpSpPr/>
            <p:nvPr/>
          </p:nvGrpSpPr>
          <p:grpSpPr>
            <a:xfrm>
              <a:off x="8743312" y="-996397"/>
              <a:ext cx="1762546" cy="5336823"/>
              <a:chOff x="323258" y="-672037"/>
              <a:chExt cx="1762546" cy="5336823"/>
            </a:xfrm>
          </p:grpSpPr>
          <p:sp>
            <p:nvSpPr>
              <p:cNvPr id="218" name="Rectangle: Rounded Corners 217">
                <a:extLst>
                  <a:ext uri="{FF2B5EF4-FFF2-40B4-BE49-F238E27FC236}">
                    <a16:creationId xmlns:a16="http://schemas.microsoft.com/office/drawing/2014/main" id="{A2861EF6-362D-4BE2-9B11-ABE4D3F91649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19" name="Rectangle: Top Corners Rounded 218">
                <a:extLst>
                  <a:ext uri="{FF2B5EF4-FFF2-40B4-BE49-F238E27FC236}">
                    <a16:creationId xmlns:a16="http://schemas.microsoft.com/office/drawing/2014/main" id="{EC098BB8-52ED-4E43-A417-CC3064F5D3CA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954E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20" name="Rectangle: Top Corners Rounded 219">
                <a:extLst>
                  <a:ext uri="{FF2B5EF4-FFF2-40B4-BE49-F238E27FC236}">
                    <a16:creationId xmlns:a16="http://schemas.microsoft.com/office/drawing/2014/main" id="{1E59DBE1-4C50-4BD1-9915-247E5D431EE3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AE738B41-AF6F-4236-8A68-CFE4C7A454B1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222" name="Block Arc 221">
                <a:extLst>
                  <a:ext uri="{FF2B5EF4-FFF2-40B4-BE49-F238E27FC236}">
                    <a16:creationId xmlns:a16="http://schemas.microsoft.com/office/drawing/2014/main" id="{C6E187A1-7603-4FE0-BF3F-EE225CE363EE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7013B5E2-1BAD-4F96-A777-B4D97CDDDD0A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193DDD26-4CE4-4726-85B7-83C0FCA86FB6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954E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ingrid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24CBAD6D-CE7A-4AD0-B50D-95C93155F950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06</a:t>
                </a:r>
              </a:p>
            </p:txBody>
          </p:sp>
          <p:sp>
            <p:nvSpPr>
              <p:cNvPr id="226" name="Rectangle: Rounded Corners 225">
                <a:extLst>
                  <a:ext uri="{FF2B5EF4-FFF2-40B4-BE49-F238E27FC236}">
                    <a16:creationId xmlns:a16="http://schemas.microsoft.com/office/drawing/2014/main" id="{483DE011-B11E-4630-9D5D-525BD4CECEEB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954E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BFEC8D41-73BD-4C49-AA88-740B45DB3A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67" y="2180062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DE1E184-7A0B-4DCD-B580-1D0EDF0E94F5}"/>
              </a:ext>
            </a:extLst>
          </p:cNvPr>
          <p:cNvGrpSpPr/>
          <p:nvPr/>
        </p:nvGrpSpPr>
        <p:grpSpPr>
          <a:xfrm>
            <a:off x="5178947" y="-997150"/>
            <a:ext cx="1762546" cy="5336823"/>
            <a:chOff x="5178947" y="-997150"/>
            <a:chExt cx="1762546" cy="5336823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DB715FAD-D9F1-4D05-9786-039A1F055460}"/>
                </a:ext>
              </a:extLst>
            </p:cNvPr>
            <p:cNvGrpSpPr/>
            <p:nvPr/>
          </p:nvGrpSpPr>
          <p:grpSpPr>
            <a:xfrm>
              <a:off x="5178947" y="-997150"/>
              <a:ext cx="1762546" cy="5336823"/>
              <a:chOff x="323258" y="-672037"/>
              <a:chExt cx="1762546" cy="5336823"/>
            </a:xfrm>
          </p:grpSpPr>
          <p:sp>
            <p:nvSpPr>
              <p:cNvPr id="194" name="Rectangle: Rounded Corners 193">
                <a:extLst>
                  <a:ext uri="{FF2B5EF4-FFF2-40B4-BE49-F238E27FC236}">
                    <a16:creationId xmlns:a16="http://schemas.microsoft.com/office/drawing/2014/main" id="{295ED4D8-1702-4FAC-9112-E97867DE0AC6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70AC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95" name="Rectangle: Top Corners Rounded 194">
                <a:extLst>
                  <a:ext uri="{FF2B5EF4-FFF2-40B4-BE49-F238E27FC236}">
                    <a16:creationId xmlns:a16="http://schemas.microsoft.com/office/drawing/2014/main" id="{F1987FB8-5BC8-4278-A8BB-A6471F36DB8C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96" name="Rectangle: Top Corners Rounded 195">
                <a:extLst>
                  <a:ext uri="{FF2B5EF4-FFF2-40B4-BE49-F238E27FC236}">
                    <a16:creationId xmlns:a16="http://schemas.microsoft.com/office/drawing/2014/main" id="{5B6C638E-B205-4A19-B9E8-E51F02921E47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88730567-DDB6-46B0-9093-17DC741AF764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198" name="Block Arc 197">
                <a:extLst>
                  <a:ext uri="{FF2B5EF4-FFF2-40B4-BE49-F238E27FC236}">
                    <a16:creationId xmlns:a16="http://schemas.microsoft.com/office/drawing/2014/main" id="{53007CF0-36B9-4138-BDD1-0A1CE213A566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AA0A78E6-BBF9-40B8-A398-951E06E2D305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3EA67ECA-642B-49C2-A266-3410EFC45053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tarsilo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AAFCB5FD-3DE2-455B-A316-ECC3BCF14047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04</a:t>
                </a:r>
              </a:p>
            </p:txBody>
          </p:sp>
          <p:sp>
            <p:nvSpPr>
              <p:cNvPr id="202" name="Rectangle: Rounded Corners 201">
                <a:extLst>
                  <a:ext uri="{FF2B5EF4-FFF2-40B4-BE49-F238E27FC236}">
                    <a16:creationId xmlns:a16="http://schemas.microsoft.com/office/drawing/2014/main" id="{19BF7EA6-4DAD-4B1E-870D-6A5A94B8DD2E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11198C36-048D-4582-9371-AD760FE0FE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64" t="5709" r="16162" b="20318"/>
            <a:stretch/>
          </p:blipFill>
          <p:spPr bwMode="auto">
            <a:xfrm>
              <a:off x="5454196" y="2206749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7139908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L 1.1086 7.40741E-7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43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animBg="1"/>
      <p:bldP spid="2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2A76D6-37D1-4E2B-BEA4-450CD4291667}"/>
              </a:ext>
            </a:extLst>
          </p:cNvPr>
          <p:cNvSpPr/>
          <p:nvPr/>
        </p:nvSpPr>
        <p:spPr>
          <a:xfrm>
            <a:off x="1" y="0"/>
            <a:ext cx="12191999" cy="6877681"/>
          </a:xfrm>
          <a:prstGeom prst="rect">
            <a:avLst/>
          </a:prstGeom>
          <a:solidFill>
            <a:srgbClr val="FFD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EF7B7DE-8F4C-49CD-AAC2-97CB8F1F47D0}"/>
              </a:ext>
            </a:extLst>
          </p:cNvPr>
          <p:cNvSpPr/>
          <p:nvPr/>
        </p:nvSpPr>
        <p:spPr>
          <a:xfrm>
            <a:off x="0" y="1703438"/>
            <a:ext cx="7941228" cy="3451123"/>
          </a:xfrm>
          <a:prstGeom prst="rect">
            <a:avLst/>
          </a:prstGeom>
          <a:solidFill>
            <a:srgbClr val="E66E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B179B88-B2A5-42F6-8B6F-F47A158EC025}"/>
              </a:ext>
            </a:extLst>
          </p:cNvPr>
          <p:cNvSpPr txBox="1"/>
          <p:nvPr/>
        </p:nvSpPr>
        <p:spPr>
          <a:xfrm>
            <a:off x="201750" y="2394462"/>
            <a:ext cx="7252647" cy="1961448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pt-BR" sz="8000" dirty="0">
                <a:solidFill>
                  <a:schemeClr val="bg1"/>
                </a:solidFill>
                <a:latin typeface="Bebas Neue" panose="020B0606020202050201" pitchFamily="34" charset="0"/>
              </a:rPr>
              <a:t>Alfabetiza ia</a:t>
            </a:r>
            <a:endParaRPr lang="id-ID" sz="8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73ADC49F-FE73-4886-B891-4B114D8BE529}"/>
              </a:ext>
            </a:extLst>
          </p:cNvPr>
          <p:cNvSpPr txBox="1"/>
          <p:nvPr/>
        </p:nvSpPr>
        <p:spPr>
          <a:xfrm>
            <a:off x="455753" y="2264223"/>
            <a:ext cx="7252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52357A-0870-46B0-A50C-0D97178E6029}"/>
              </a:ext>
            </a:extLst>
          </p:cNvPr>
          <p:cNvSpPr/>
          <p:nvPr/>
        </p:nvSpPr>
        <p:spPr>
          <a:xfrm>
            <a:off x="7752619" y="1703438"/>
            <a:ext cx="3000435" cy="3451123"/>
          </a:xfrm>
          <a:prstGeom prst="roundRect">
            <a:avLst>
              <a:gd name="adj" fmla="val 5239"/>
            </a:avLst>
          </a:prstGeom>
          <a:solidFill>
            <a:srgbClr val="E2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A1FC93-00BD-42AE-BE6E-9E0680EFD108}"/>
              </a:ext>
            </a:extLst>
          </p:cNvPr>
          <p:cNvSpPr/>
          <p:nvPr/>
        </p:nvSpPr>
        <p:spPr>
          <a:xfrm>
            <a:off x="8957711" y="1789931"/>
            <a:ext cx="1681423" cy="3278136"/>
          </a:xfrm>
          <a:prstGeom prst="roundRect">
            <a:avLst>
              <a:gd name="adj" fmla="val 4888"/>
            </a:avLst>
          </a:prstGeom>
          <a:solidFill>
            <a:srgbClr val="FFC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14518649-663D-45C7-9ABA-B68017A5A558}"/>
              </a:ext>
            </a:extLst>
          </p:cNvPr>
          <p:cNvSpPr/>
          <p:nvPr/>
        </p:nvSpPr>
        <p:spPr>
          <a:xfrm>
            <a:off x="7855484" y="2784076"/>
            <a:ext cx="999363" cy="1309527"/>
          </a:xfrm>
          <a:prstGeom prst="roundRect">
            <a:avLst>
              <a:gd name="adj" fmla="val 4888"/>
            </a:avLst>
          </a:prstGeom>
          <a:solidFill>
            <a:srgbClr val="FFC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13E4A8-4EB5-4D4A-B074-99C93409FE45}"/>
              </a:ext>
            </a:extLst>
          </p:cNvPr>
          <p:cNvSpPr/>
          <p:nvPr/>
        </p:nvSpPr>
        <p:spPr>
          <a:xfrm>
            <a:off x="10331543" y="1880580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7E37BD14-F5B1-452B-B2E1-5ED09BA88C3E}"/>
              </a:ext>
            </a:extLst>
          </p:cNvPr>
          <p:cNvSpPr/>
          <p:nvPr/>
        </p:nvSpPr>
        <p:spPr>
          <a:xfrm>
            <a:off x="10331543" y="2170229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D2D1A0EE-679F-44DD-9563-C824F5CC75B0}"/>
              </a:ext>
            </a:extLst>
          </p:cNvPr>
          <p:cNvSpPr/>
          <p:nvPr/>
        </p:nvSpPr>
        <p:spPr>
          <a:xfrm>
            <a:off x="10331543" y="2459878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2BED7FAB-25D5-4104-986A-1665FAD3A751}"/>
              </a:ext>
            </a:extLst>
          </p:cNvPr>
          <p:cNvSpPr/>
          <p:nvPr/>
        </p:nvSpPr>
        <p:spPr>
          <a:xfrm>
            <a:off x="10331543" y="2749527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3ED2CF93-BCD4-41CD-AA3B-1E4B3D08E974}"/>
              </a:ext>
            </a:extLst>
          </p:cNvPr>
          <p:cNvSpPr/>
          <p:nvPr/>
        </p:nvSpPr>
        <p:spPr>
          <a:xfrm>
            <a:off x="10331543" y="3039176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12516DDB-9D59-46B1-86E3-7EC818363388}"/>
              </a:ext>
            </a:extLst>
          </p:cNvPr>
          <p:cNvSpPr/>
          <p:nvPr/>
        </p:nvSpPr>
        <p:spPr>
          <a:xfrm>
            <a:off x="10331543" y="3328825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0A3E8B20-FD3D-4167-A42D-EE312A07B9A7}"/>
              </a:ext>
            </a:extLst>
          </p:cNvPr>
          <p:cNvSpPr/>
          <p:nvPr/>
        </p:nvSpPr>
        <p:spPr>
          <a:xfrm>
            <a:off x="10331543" y="3618474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68557C86-F192-47AD-8CB7-F474C38E7182}"/>
              </a:ext>
            </a:extLst>
          </p:cNvPr>
          <p:cNvSpPr/>
          <p:nvPr/>
        </p:nvSpPr>
        <p:spPr>
          <a:xfrm>
            <a:off x="10331543" y="3908123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974FEC55-D324-42CB-9B10-080B56288328}"/>
              </a:ext>
            </a:extLst>
          </p:cNvPr>
          <p:cNvSpPr/>
          <p:nvPr/>
        </p:nvSpPr>
        <p:spPr>
          <a:xfrm>
            <a:off x="10331543" y="4197772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08C2C300-093C-4CAB-9E73-1814690F606E}"/>
              </a:ext>
            </a:extLst>
          </p:cNvPr>
          <p:cNvSpPr/>
          <p:nvPr/>
        </p:nvSpPr>
        <p:spPr>
          <a:xfrm>
            <a:off x="10331543" y="4487421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A3A00D2F-5CC9-474E-9185-CA48E2583EAD}"/>
              </a:ext>
            </a:extLst>
          </p:cNvPr>
          <p:cNvSpPr/>
          <p:nvPr/>
        </p:nvSpPr>
        <p:spPr>
          <a:xfrm>
            <a:off x="10331543" y="4777070"/>
            <a:ext cx="205061" cy="2201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id="{E28D2ACA-BE94-4663-8CB3-6E650DAE0D30}"/>
              </a:ext>
            </a:extLst>
          </p:cNvPr>
          <p:cNvSpPr/>
          <p:nvPr/>
        </p:nvSpPr>
        <p:spPr>
          <a:xfrm>
            <a:off x="10087750" y="1880581"/>
            <a:ext cx="205061" cy="38194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59EED53A-8C22-4FAB-BB34-B4B3DAD101B0}"/>
              </a:ext>
            </a:extLst>
          </p:cNvPr>
          <p:cNvSpPr/>
          <p:nvPr/>
        </p:nvSpPr>
        <p:spPr>
          <a:xfrm>
            <a:off x="10087750" y="2297544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DCA9C015-4CE6-4DE7-AEDF-EDA106FD658E}"/>
              </a:ext>
            </a:extLst>
          </p:cNvPr>
          <p:cNvSpPr/>
          <p:nvPr/>
        </p:nvSpPr>
        <p:spPr>
          <a:xfrm>
            <a:off x="10087750" y="2587193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193DFBE7-746F-4B8B-8FA6-39BAE771B88F}"/>
              </a:ext>
            </a:extLst>
          </p:cNvPr>
          <p:cNvSpPr/>
          <p:nvPr/>
        </p:nvSpPr>
        <p:spPr>
          <a:xfrm>
            <a:off x="10087750" y="2876842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D78A6859-DE9D-4B4F-85EB-15F021C1A625}"/>
              </a:ext>
            </a:extLst>
          </p:cNvPr>
          <p:cNvSpPr/>
          <p:nvPr/>
        </p:nvSpPr>
        <p:spPr>
          <a:xfrm>
            <a:off x="10087750" y="3166491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E18CAD6C-A5EF-415B-A38E-67A089C6617B}"/>
              </a:ext>
            </a:extLst>
          </p:cNvPr>
          <p:cNvSpPr/>
          <p:nvPr/>
        </p:nvSpPr>
        <p:spPr>
          <a:xfrm>
            <a:off x="10087750" y="3456140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016A319E-F6E0-427C-A1EA-DAD6E911B78B}"/>
              </a:ext>
            </a:extLst>
          </p:cNvPr>
          <p:cNvSpPr/>
          <p:nvPr/>
        </p:nvSpPr>
        <p:spPr>
          <a:xfrm>
            <a:off x="10087750" y="3745789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8A7BF1AF-6D61-4613-BF06-B1D777251336}"/>
              </a:ext>
            </a:extLst>
          </p:cNvPr>
          <p:cNvSpPr/>
          <p:nvPr/>
        </p:nvSpPr>
        <p:spPr>
          <a:xfrm>
            <a:off x="10087750" y="4035438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28A98F11-3476-46AF-B513-8D5575BF0880}"/>
              </a:ext>
            </a:extLst>
          </p:cNvPr>
          <p:cNvSpPr/>
          <p:nvPr/>
        </p:nvSpPr>
        <p:spPr>
          <a:xfrm>
            <a:off x="10087750" y="4325087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3E67713E-B66A-4F50-9F20-2FD480D798A2}"/>
              </a:ext>
            </a:extLst>
          </p:cNvPr>
          <p:cNvSpPr/>
          <p:nvPr/>
        </p:nvSpPr>
        <p:spPr>
          <a:xfrm>
            <a:off x="10087750" y="4614736"/>
            <a:ext cx="205061" cy="38250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4" name="Rectangle: Rounded Corners 233">
            <a:extLst>
              <a:ext uri="{FF2B5EF4-FFF2-40B4-BE49-F238E27FC236}">
                <a16:creationId xmlns:a16="http://schemas.microsoft.com/office/drawing/2014/main" id="{95316ABD-8852-4BD6-A5A1-9FD4113B9626}"/>
              </a:ext>
            </a:extLst>
          </p:cNvPr>
          <p:cNvSpPr/>
          <p:nvPr/>
        </p:nvSpPr>
        <p:spPr>
          <a:xfrm>
            <a:off x="9843957" y="1880580"/>
            <a:ext cx="205061" cy="2896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442D2B35-3AFA-43E2-A7B7-646C98B7168E}"/>
              </a:ext>
            </a:extLst>
          </p:cNvPr>
          <p:cNvSpPr/>
          <p:nvPr/>
        </p:nvSpPr>
        <p:spPr>
          <a:xfrm>
            <a:off x="9843957" y="2205247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52890D67-49B8-468F-864B-3CAC006819E8}"/>
              </a:ext>
            </a:extLst>
          </p:cNvPr>
          <p:cNvSpPr/>
          <p:nvPr/>
        </p:nvSpPr>
        <p:spPr>
          <a:xfrm>
            <a:off x="9843957" y="2494896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28D11A56-A1FA-472B-81B8-BCE7F760E3B0}"/>
              </a:ext>
            </a:extLst>
          </p:cNvPr>
          <p:cNvSpPr/>
          <p:nvPr/>
        </p:nvSpPr>
        <p:spPr>
          <a:xfrm>
            <a:off x="9843957" y="2784545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934AFC81-D77E-4A28-AE42-7969D2A013AE}"/>
              </a:ext>
            </a:extLst>
          </p:cNvPr>
          <p:cNvSpPr/>
          <p:nvPr/>
        </p:nvSpPr>
        <p:spPr>
          <a:xfrm>
            <a:off x="9843957" y="3074194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68D605CF-8EBF-458D-BE70-40E8AE830439}"/>
              </a:ext>
            </a:extLst>
          </p:cNvPr>
          <p:cNvSpPr/>
          <p:nvPr/>
        </p:nvSpPr>
        <p:spPr>
          <a:xfrm>
            <a:off x="9843957" y="3363843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EBC73E9C-4B49-4299-9698-E76EAA478790}"/>
              </a:ext>
            </a:extLst>
          </p:cNvPr>
          <p:cNvSpPr/>
          <p:nvPr/>
        </p:nvSpPr>
        <p:spPr>
          <a:xfrm>
            <a:off x="9843957" y="3653492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604D2D03-07BF-490E-B7CC-FD3197C85E65}"/>
              </a:ext>
            </a:extLst>
          </p:cNvPr>
          <p:cNvSpPr/>
          <p:nvPr/>
        </p:nvSpPr>
        <p:spPr>
          <a:xfrm>
            <a:off x="9843957" y="3943141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3D519EA9-55B8-4FAC-82B7-7877255CA944}"/>
              </a:ext>
            </a:extLst>
          </p:cNvPr>
          <p:cNvSpPr/>
          <p:nvPr/>
        </p:nvSpPr>
        <p:spPr>
          <a:xfrm>
            <a:off x="9843957" y="4232790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AA064E76-DC21-4194-98EF-765C025B75B9}"/>
              </a:ext>
            </a:extLst>
          </p:cNvPr>
          <p:cNvSpPr/>
          <p:nvPr/>
        </p:nvSpPr>
        <p:spPr>
          <a:xfrm>
            <a:off x="9843957" y="4522439"/>
            <a:ext cx="205061" cy="4748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3C65AFC5-A08C-407A-8D38-73F40C1093A8}"/>
              </a:ext>
            </a:extLst>
          </p:cNvPr>
          <p:cNvSpPr/>
          <p:nvPr/>
        </p:nvSpPr>
        <p:spPr>
          <a:xfrm>
            <a:off x="9600164" y="1880580"/>
            <a:ext cx="205061" cy="48700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147AF45F-A7BD-422C-A3D9-EFC87A6EC682}"/>
              </a:ext>
            </a:extLst>
          </p:cNvPr>
          <p:cNvSpPr/>
          <p:nvPr/>
        </p:nvSpPr>
        <p:spPr>
          <a:xfrm>
            <a:off x="9600164" y="2402599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EE99C6DC-C948-4843-8FC0-83E7317F5A44}"/>
              </a:ext>
            </a:extLst>
          </p:cNvPr>
          <p:cNvSpPr/>
          <p:nvPr/>
        </p:nvSpPr>
        <p:spPr>
          <a:xfrm>
            <a:off x="9600164" y="2692248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21658709-2713-4F83-B71F-2A7F7E870832}"/>
              </a:ext>
            </a:extLst>
          </p:cNvPr>
          <p:cNvSpPr/>
          <p:nvPr/>
        </p:nvSpPr>
        <p:spPr>
          <a:xfrm>
            <a:off x="9600164" y="2981897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720DDE93-A707-4A35-8899-1A3213656CC5}"/>
              </a:ext>
            </a:extLst>
          </p:cNvPr>
          <p:cNvSpPr/>
          <p:nvPr/>
        </p:nvSpPr>
        <p:spPr>
          <a:xfrm>
            <a:off x="9600164" y="3271546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1" name="Rectangle: Rounded Corners 250">
            <a:extLst>
              <a:ext uri="{FF2B5EF4-FFF2-40B4-BE49-F238E27FC236}">
                <a16:creationId xmlns:a16="http://schemas.microsoft.com/office/drawing/2014/main" id="{D7CF23FB-40E5-42E8-9A38-FA5042E5FF27}"/>
              </a:ext>
            </a:extLst>
          </p:cNvPr>
          <p:cNvSpPr/>
          <p:nvPr/>
        </p:nvSpPr>
        <p:spPr>
          <a:xfrm>
            <a:off x="9600164" y="3561195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2" name="Rectangle: Rounded Corners 251">
            <a:extLst>
              <a:ext uri="{FF2B5EF4-FFF2-40B4-BE49-F238E27FC236}">
                <a16:creationId xmlns:a16="http://schemas.microsoft.com/office/drawing/2014/main" id="{2CA11A0C-7F63-4904-9681-D1FB3E25C3D6}"/>
              </a:ext>
            </a:extLst>
          </p:cNvPr>
          <p:cNvSpPr/>
          <p:nvPr/>
        </p:nvSpPr>
        <p:spPr>
          <a:xfrm>
            <a:off x="9600164" y="3850844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66D5E742-8D07-4EBB-B64C-55E70C5270CB}"/>
              </a:ext>
            </a:extLst>
          </p:cNvPr>
          <p:cNvSpPr/>
          <p:nvPr/>
        </p:nvSpPr>
        <p:spPr>
          <a:xfrm>
            <a:off x="9600164" y="4140493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18F823B0-1BF8-49E3-BC8C-33EB78D28CC2}"/>
              </a:ext>
            </a:extLst>
          </p:cNvPr>
          <p:cNvSpPr/>
          <p:nvPr/>
        </p:nvSpPr>
        <p:spPr>
          <a:xfrm>
            <a:off x="9600164" y="4430142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E5716BEF-00EF-408D-BC37-94B42F77B450}"/>
              </a:ext>
            </a:extLst>
          </p:cNvPr>
          <p:cNvSpPr/>
          <p:nvPr/>
        </p:nvSpPr>
        <p:spPr>
          <a:xfrm>
            <a:off x="9600164" y="4719791"/>
            <a:ext cx="205061" cy="27745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9F444287-EC3B-4F12-AC6D-C0C095773DE0}"/>
              </a:ext>
            </a:extLst>
          </p:cNvPr>
          <p:cNvSpPr/>
          <p:nvPr/>
        </p:nvSpPr>
        <p:spPr>
          <a:xfrm>
            <a:off x="9356371" y="1880580"/>
            <a:ext cx="205061" cy="2896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69DC0793-3528-4629-8FF2-22D839C65128}"/>
              </a:ext>
            </a:extLst>
          </p:cNvPr>
          <p:cNvSpPr/>
          <p:nvPr/>
        </p:nvSpPr>
        <p:spPr>
          <a:xfrm>
            <a:off x="9356371" y="2205247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3D3050EA-858F-4670-B4A8-357208BAD502}"/>
              </a:ext>
            </a:extLst>
          </p:cNvPr>
          <p:cNvSpPr/>
          <p:nvPr/>
        </p:nvSpPr>
        <p:spPr>
          <a:xfrm>
            <a:off x="9356371" y="2494896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A458FECE-E8C0-4B8C-B6C3-EA6D74304D04}"/>
              </a:ext>
            </a:extLst>
          </p:cNvPr>
          <p:cNvSpPr/>
          <p:nvPr/>
        </p:nvSpPr>
        <p:spPr>
          <a:xfrm>
            <a:off x="9356371" y="2784545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619B5BCB-66E3-4C05-9A33-F72D5F6551DA}"/>
              </a:ext>
            </a:extLst>
          </p:cNvPr>
          <p:cNvSpPr/>
          <p:nvPr/>
        </p:nvSpPr>
        <p:spPr>
          <a:xfrm>
            <a:off x="9356371" y="3074194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B7BA849A-B791-431F-A3B2-9B4EBBB8344B}"/>
              </a:ext>
            </a:extLst>
          </p:cNvPr>
          <p:cNvSpPr/>
          <p:nvPr/>
        </p:nvSpPr>
        <p:spPr>
          <a:xfrm>
            <a:off x="9356371" y="3363843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2" name="Rectangle: Rounded Corners 261">
            <a:extLst>
              <a:ext uri="{FF2B5EF4-FFF2-40B4-BE49-F238E27FC236}">
                <a16:creationId xmlns:a16="http://schemas.microsoft.com/office/drawing/2014/main" id="{A0D93BCE-07D0-4954-A553-3B62C967CD71}"/>
              </a:ext>
            </a:extLst>
          </p:cNvPr>
          <p:cNvSpPr/>
          <p:nvPr/>
        </p:nvSpPr>
        <p:spPr>
          <a:xfrm>
            <a:off x="9356371" y="3653492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20407A6C-2B94-46F1-BC85-58D6E68259E2}"/>
              </a:ext>
            </a:extLst>
          </p:cNvPr>
          <p:cNvSpPr/>
          <p:nvPr/>
        </p:nvSpPr>
        <p:spPr>
          <a:xfrm>
            <a:off x="9356371" y="3943141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5A637F6B-ACF6-420F-90A3-7710772C4050}"/>
              </a:ext>
            </a:extLst>
          </p:cNvPr>
          <p:cNvSpPr/>
          <p:nvPr/>
        </p:nvSpPr>
        <p:spPr>
          <a:xfrm>
            <a:off x="9356371" y="4232790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0B526D6A-0D30-4C9C-861D-C60D64AF29D2}"/>
              </a:ext>
            </a:extLst>
          </p:cNvPr>
          <p:cNvSpPr/>
          <p:nvPr/>
        </p:nvSpPr>
        <p:spPr>
          <a:xfrm>
            <a:off x="9356371" y="4522439"/>
            <a:ext cx="205061" cy="4748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E06F6B44-34DD-4008-A3E0-96ECA2298921}"/>
              </a:ext>
            </a:extLst>
          </p:cNvPr>
          <p:cNvSpPr/>
          <p:nvPr/>
        </p:nvSpPr>
        <p:spPr>
          <a:xfrm>
            <a:off x="9096881" y="1880581"/>
            <a:ext cx="205061" cy="46332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634F0A5B-0830-458F-8821-0277394A9DA1}"/>
              </a:ext>
            </a:extLst>
          </p:cNvPr>
          <p:cNvSpPr/>
          <p:nvPr/>
        </p:nvSpPr>
        <p:spPr>
          <a:xfrm>
            <a:off x="9096881" y="2378924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B0368569-5D34-48A7-A8B8-80DC42DF3C6A}"/>
              </a:ext>
            </a:extLst>
          </p:cNvPr>
          <p:cNvSpPr/>
          <p:nvPr/>
        </p:nvSpPr>
        <p:spPr>
          <a:xfrm>
            <a:off x="9096881" y="2668573"/>
            <a:ext cx="205061" cy="141322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4A6BFCF4-78E8-4399-B9FE-CB6D636DF35C}"/>
              </a:ext>
            </a:extLst>
          </p:cNvPr>
          <p:cNvSpPr/>
          <p:nvPr/>
        </p:nvSpPr>
        <p:spPr>
          <a:xfrm>
            <a:off x="9096881" y="4116818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C7AEA177-4151-4354-91E0-E92FC95DDC30}"/>
              </a:ext>
            </a:extLst>
          </p:cNvPr>
          <p:cNvSpPr/>
          <p:nvPr/>
        </p:nvSpPr>
        <p:spPr>
          <a:xfrm>
            <a:off x="9096881" y="4406467"/>
            <a:ext cx="205061" cy="254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8CF84798-D451-4B7C-90B3-EA0E8D25AFD9}"/>
              </a:ext>
            </a:extLst>
          </p:cNvPr>
          <p:cNvSpPr/>
          <p:nvPr/>
        </p:nvSpPr>
        <p:spPr>
          <a:xfrm>
            <a:off x="9096881" y="4696116"/>
            <a:ext cx="205061" cy="30112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44540DD9-F3CB-4216-91D6-9A9F25C120AF}"/>
              </a:ext>
            </a:extLst>
          </p:cNvPr>
          <p:cNvSpPr/>
          <p:nvPr/>
        </p:nvSpPr>
        <p:spPr>
          <a:xfrm rot="16200000">
            <a:off x="9483601" y="2694392"/>
            <a:ext cx="3977639" cy="1438733"/>
          </a:xfrm>
          <a:prstGeom prst="trapezoi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78" name="Trapezoid 277">
            <a:extLst>
              <a:ext uri="{FF2B5EF4-FFF2-40B4-BE49-F238E27FC236}">
                <a16:creationId xmlns:a16="http://schemas.microsoft.com/office/drawing/2014/main" id="{75AB04F2-C037-4256-8321-CC424F936565}"/>
              </a:ext>
            </a:extLst>
          </p:cNvPr>
          <p:cNvSpPr/>
          <p:nvPr/>
        </p:nvSpPr>
        <p:spPr>
          <a:xfrm rot="16200000">
            <a:off x="9593581" y="2758439"/>
            <a:ext cx="3756660" cy="1303020"/>
          </a:xfrm>
          <a:prstGeom prst="trapezoid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73871A-8C8C-47E3-9699-43DC0BC64B14}"/>
              </a:ext>
            </a:extLst>
          </p:cNvPr>
          <p:cNvGrpSpPr/>
          <p:nvPr/>
        </p:nvGrpSpPr>
        <p:grpSpPr>
          <a:xfrm>
            <a:off x="9542375" y="5666435"/>
            <a:ext cx="891698" cy="810385"/>
            <a:chOff x="9574249" y="351018"/>
            <a:chExt cx="891698" cy="81038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64F732D-DF38-47EA-9E03-96C88012B3B4}"/>
                </a:ext>
              </a:extLst>
            </p:cNvPr>
            <p:cNvSpPr/>
            <p:nvPr/>
          </p:nvSpPr>
          <p:spPr>
            <a:xfrm>
              <a:off x="9574249" y="351018"/>
              <a:ext cx="810385" cy="810385"/>
            </a:xfrm>
            <a:prstGeom prst="ellipse">
              <a:avLst/>
            </a:prstGeom>
            <a:solidFill>
              <a:srgbClr val="FFCB25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1EF02EA3-8BA4-4CBA-B898-43E63352B39D}"/>
                </a:ext>
              </a:extLst>
            </p:cNvPr>
            <p:cNvSpPr/>
            <p:nvPr/>
          </p:nvSpPr>
          <p:spPr>
            <a:xfrm>
              <a:off x="9741265" y="514252"/>
              <a:ext cx="615506" cy="624907"/>
            </a:xfrm>
            <a:custGeom>
              <a:avLst/>
              <a:gdLst>
                <a:gd name="connsiteX0" fmla="*/ 405193 w 661319"/>
                <a:gd name="connsiteY0" fmla="*/ 0 h 671420"/>
                <a:gd name="connsiteX1" fmla="*/ 562912 w 661319"/>
                <a:gd name="connsiteY1" fmla="*/ 31842 h 671420"/>
                <a:gd name="connsiteX2" fmla="*/ 598286 w 661319"/>
                <a:gd name="connsiteY2" fmla="*/ 51042 h 671420"/>
                <a:gd name="connsiteX3" fmla="*/ 629477 w 661319"/>
                <a:gd name="connsiteY3" fmla="*/ 108508 h 671420"/>
                <a:gd name="connsiteX4" fmla="*/ 661319 w 661319"/>
                <a:gd name="connsiteY4" fmla="*/ 266227 h 671420"/>
                <a:gd name="connsiteX5" fmla="*/ 256126 w 661319"/>
                <a:gd name="connsiteY5" fmla="*/ 671420 h 671420"/>
                <a:gd name="connsiteX6" fmla="*/ 98407 w 661319"/>
                <a:gd name="connsiteY6" fmla="*/ 639578 h 671420"/>
                <a:gd name="connsiteX7" fmla="*/ 63033 w 661319"/>
                <a:gd name="connsiteY7" fmla="*/ 620378 h 671420"/>
                <a:gd name="connsiteX8" fmla="*/ 31842 w 661319"/>
                <a:gd name="connsiteY8" fmla="*/ 562912 h 671420"/>
                <a:gd name="connsiteX9" fmla="*/ 0 w 661319"/>
                <a:gd name="connsiteY9" fmla="*/ 405193 h 671420"/>
                <a:gd name="connsiteX10" fmla="*/ 405193 w 661319"/>
                <a:gd name="connsiteY10" fmla="*/ 0 h 671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1319" h="671420">
                  <a:moveTo>
                    <a:pt x="405193" y="0"/>
                  </a:moveTo>
                  <a:cubicBezTo>
                    <a:pt x="461138" y="0"/>
                    <a:pt x="514436" y="11338"/>
                    <a:pt x="562912" y="31842"/>
                  </a:cubicBezTo>
                  <a:lnTo>
                    <a:pt x="598286" y="51042"/>
                  </a:lnTo>
                  <a:lnTo>
                    <a:pt x="629477" y="108508"/>
                  </a:lnTo>
                  <a:cubicBezTo>
                    <a:pt x="649981" y="156984"/>
                    <a:pt x="661319" y="210282"/>
                    <a:pt x="661319" y="266227"/>
                  </a:cubicBezTo>
                  <a:cubicBezTo>
                    <a:pt x="661319" y="490009"/>
                    <a:pt x="479908" y="671420"/>
                    <a:pt x="256126" y="671420"/>
                  </a:cubicBezTo>
                  <a:cubicBezTo>
                    <a:pt x="200181" y="671420"/>
                    <a:pt x="146883" y="660082"/>
                    <a:pt x="98407" y="639578"/>
                  </a:cubicBezTo>
                  <a:lnTo>
                    <a:pt x="63033" y="620378"/>
                  </a:lnTo>
                  <a:lnTo>
                    <a:pt x="31842" y="562912"/>
                  </a:lnTo>
                  <a:cubicBezTo>
                    <a:pt x="11338" y="514436"/>
                    <a:pt x="0" y="461139"/>
                    <a:pt x="0" y="405193"/>
                  </a:cubicBezTo>
                  <a:cubicBezTo>
                    <a:pt x="0" y="181411"/>
                    <a:pt x="181411" y="0"/>
                    <a:pt x="405193" y="0"/>
                  </a:cubicBezTo>
                  <a:close/>
                </a:path>
              </a:pathLst>
            </a:custGeom>
            <a:solidFill>
              <a:srgbClr val="E2AC00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50CF6B6-EFA1-4EB1-BBA3-AF229E61553D}"/>
                </a:ext>
              </a:extLst>
            </p:cNvPr>
            <p:cNvSpPr/>
            <p:nvPr/>
          </p:nvSpPr>
          <p:spPr>
            <a:xfrm rot="19384363">
              <a:off x="10247594" y="384101"/>
              <a:ext cx="218353" cy="13533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4201417-6C81-4132-A4DF-2D6FD170359B}"/>
              </a:ext>
            </a:extLst>
          </p:cNvPr>
          <p:cNvGrpSpPr/>
          <p:nvPr/>
        </p:nvGrpSpPr>
        <p:grpSpPr>
          <a:xfrm rot="18283412">
            <a:off x="7805113" y="-22848"/>
            <a:ext cx="1652822" cy="1037509"/>
            <a:chOff x="8846272" y="5574293"/>
            <a:chExt cx="2017589" cy="126648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F2944FF-EB5C-49C2-B1C7-52A4C687ED43}"/>
                </a:ext>
              </a:extLst>
            </p:cNvPr>
            <p:cNvSpPr/>
            <p:nvPr/>
          </p:nvSpPr>
          <p:spPr>
            <a:xfrm rot="1446864">
              <a:off x="8846272" y="5621595"/>
              <a:ext cx="1767783" cy="1219178"/>
            </a:xfrm>
            <a:prstGeom prst="roundRect">
              <a:avLst>
                <a:gd name="adj" fmla="val 110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9D151B0B-B668-48C6-B7C3-4A771CA900F8}"/>
                </a:ext>
              </a:extLst>
            </p:cNvPr>
            <p:cNvSpPr/>
            <p:nvPr/>
          </p:nvSpPr>
          <p:spPr>
            <a:xfrm rot="1464242">
              <a:off x="9091627" y="5574293"/>
              <a:ext cx="1772234" cy="215271"/>
            </a:xfrm>
            <a:prstGeom prst="round2SameRect">
              <a:avLst>
                <a:gd name="adj1" fmla="val 36053"/>
                <a:gd name="adj2" fmla="val 0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41A6515-CEC6-49BF-A791-44770E8B8735}"/>
                </a:ext>
              </a:extLst>
            </p:cNvPr>
            <p:cNvSpPr/>
            <p:nvPr/>
          </p:nvSpPr>
          <p:spPr>
            <a:xfrm rot="6812325">
              <a:off x="9788379" y="6245042"/>
              <a:ext cx="789133" cy="35101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C5F3CB5-A2F0-4BB0-8644-ACF653F1AD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22037" y="6144895"/>
              <a:ext cx="252773" cy="6150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91B9C24D-0A94-416D-8923-FF59E3E0E6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9018" y="6119593"/>
              <a:ext cx="252773" cy="6150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2F9ECEE8-D9D9-4B99-9918-CAC88DB3DD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76000" y="6094291"/>
              <a:ext cx="252773" cy="6150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5C5490F9-2F8B-441F-AD3C-A202B510FD6C}"/>
              </a:ext>
            </a:extLst>
          </p:cNvPr>
          <p:cNvGrpSpPr/>
          <p:nvPr/>
        </p:nvGrpSpPr>
        <p:grpSpPr>
          <a:xfrm>
            <a:off x="1703891" y="-6286743"/>
            <a:ext cx="1762546" cy="5336823"/>
            <a:chOff x="1764457" y="-949528"/>
            <a:chExt cx="1762546" cy="5336823"/>
          </a:xfrm>
        </p:grpSpPr>
        <p:grpSp>
          <p:nvGrpSpPr>
            <p:cNvPr id="153" name="Group 167">
              <a:extLst>
                <a:ext uri="{FF2B5EF4-FFF2-40B4-BE49-F238E27FC236}">
                  <a16:creationId xmlns:a16="http://schemas.microsoft.com/office/drawing/2014/main" id="{DBED07A5-21A7-4B4F-9290-35EAE5AEDB27}"/>
                </a:ext>
              </a:extLst>
            </p:cNvPr>
            <p:cNvGrpSpPr/>
            <p:nvPr/>
          </p:nvGrpSpPr>
          <p:grpSpPr>
            <a:xfrm>
              <a:off x="1764457" y="-949528"/>
              <a:ext cx="1762546" cy="5336823"/>
              <a:chOff x="323258" y="-672037"/>
              <a:chExt cx="1762546" cy="5336823"/>
            </a:xfrm>
          </p:grpSpPr>
          <p:sp>
            <p:nvSpPr>
              <p:cNvPr id="156" name="Rectangle: Rounded Corners 169">
                <a:extLst>
                  <a:ext uri="{FF2B5EF4-FFF2-40B4-BE49-F238E27FC236}">
                    <a16:creationId xmlns:a16="http://schemas.microsoft.com/office/drawing/2014/main" id="{EA939DDB-056E-45C6-887A-08FB42E52556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B154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57" name="Rectangle: Top Corners Rounded 170">
                <a:extLst>
                  <a:ext uri="{FF2B5EF4-FFF2-40B4-BE49-F238E27FC236}">
                    <a16:creationId xmlns:a16="http://schemas.microsoft.com/office/drawing/2014/main" id="{D9507126-F28A-4003-8C1F-DB8D87E0D604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E66E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58" name="Rectangle: Top Corners Rounded 171">
                <a:extLst>
                  <a:ext uri="{FF2B5EF4-FFF2-40B4-BE49-F238E27FC236}">
                    <a16:creationId xmlns:a16="http://schemas.microsoft.com/office/drawing/2014/main" id="{C82C62CE-0AF7-4A99-B0CA-44D77B6CB89E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59" name="Freeform: Shape 172">
                <a:extLst>
                  <a:ext uri="{FF2B5EF4-FFF2-40B4-BE49-F238E27FC236}">
                    <a16:creationId xmlns:a16="http://schemas.microsoft.com/office/drawing/2014/main" id="{A21E0A38-867A-45A8-832D-2AC5B5723375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160" name="Block Arc 173">
                <a:extLst>
                  <a:ext uri="{FF2B5EF4-FFF2-40B4-BE49-F238E27FC236}">
                    <a16:creationId xmlns:a16="http://schemas.microsoft.com/office/drawing/2014/main" id="{85011528-250C-4A7A-99EB-BEBC4E6F3EFC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Oval 174">
                <a:extLst>
                  <a:ext uri="{FF2B5EF4-FFF2-40B4-BE49-F238E27FC236}">
                    <a16:creationId xmlns:a16="http://schemas.microsoft.com/office/drawing/2014/main" id="{B11D1356-3895-45EF-B955-B80640A6E972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FF0000"/>
                  </a:solidFill>
                </a:endParaRPr>
              </a:p>
            </p:txBody>
          </p:sp>
          <p:sp>
            <p:nvSpPr>
              <p:cNvPr id="162" name="Rectangle 175">
                <a:extLst>
                  <a:ext uri="{FF2B5EF4-FFF2-40B4-BE49-F238E27FC236}">
                    <a16:creationId xmlns:a16="http://schemas.microsoft.com/office/drawing/2014/main" id="{F5BB6A48-3F98-4C89-9168-20462009B84F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E66E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gabriel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163" name="TextBox 176">
                <a:extLst>
                  <a:ext uri="{FF2B5EF4-FFF2-40B4-BE49-F238E27FC236}">
                    <a16:creationId xmlns:a16="http://schemas.microsoft.com/office/drawing/2014/main" id="{139F18DB-81B7-4BDD-9557-BAE68A28B714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02</a:t>
                </a:r>
              </a:p>
            </p:txBody>
          </p:sp>
          <p:sp>
            <p:nvSpPr>
              <p:cNvPr id="164" name="Rectangle: Rounded Corners 177">
                <a:extLst>
                  <a:ext uri="{FF2B5EF4-FFF2-40B4-BE49-F238E27FC236}">
                    <a16:creationId xmlns:a16="http://schemas.microsoft.com/office/drawing/2014/main" id="{2D2713A4-5B5A-4621-9149-8BBAE93F3C46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E66E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155" name="Picture 2">
              <a:extLst>
                <a:ext uri="{FF2B5EF4-FFF2-40B4-BE49-F238E27FC236}">
                  <a16:creationId xmlns:a16="http://schemas.microsoft.com/office/drawing/2014/main" id="{BEAD0D3D-8B2B-4946-A898-E109B48AC8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49" t="2262" r="17469" b="32655"/>
            <a:stretch/>
          </p:blipFill>
          <p:spPr bwMode="auto">
            <a:xfrm>
              <a:off x="2042952" y="2234104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317BCF52-ED6D-4BFB-8C0B-9C4E3FF1AAE8}"/>
              </a:ext>
            </a:extLst>
          </p:cNvPr>
          <p:cNvGrpSpPr/>
          <p:nvPr/>
        </p:nvGrpSpPr>
        <p:grpSpPr>
          <a:xfrm>
            <a:off x="10429241" y="-5636471"/>
            <a:ext cx="1762546" cy="5336823"/>
            <a:chOff x="10489807" y="-299256"/>
            <a:chExt cx="1762546" cy="5336823"/>
          </a:xfrm>
        </p:grpSpPr>
        <p:grpSp>
          <p:nvGrpSpPr>
            <p:cNvPr id="167" name="Group 155">
              <a:extLst>
                <a:ext uri="{FF2B5EF4-FFF2-40B4-BE49-F238E27FC236}">
                  <a16:creationId xmlns:a16="http://schemas.microsoft.com/office/drawing/2014/main" id="{7D279AE6-CC64-45DA-9FE3-C7476A2E101C}"/>
                </a:ext>
              </a:extLst>
            </p:cNvPr>
            <p:cNvGrpSpPr/>
            <p:nvPr/>
          </p:nvGrpSpPr>
          <p:grpSpPr>
            <a:xfrm>
              <a:off x="10489807" y="-299256"/>
              <a:ext cx="1762546" cy="5336823"/>
              <a:chOff x="323258" y="-672037"/>
              <a:chExt cx="1762546" cy="5336823"/>
            </a:xfrm>
          </p:grpSpPr>
          <p:sp>
            <p:nvSpPr>
              <p:cNvPr id="173" name="Rectangle: Rounded Corners 157">
                <a:extLst>
                  <a:ext uri="{FF2B5EF4-FFF2-40B4-BE49-F238E27FC236}">
                    <a16:creationId xmlns:a16="http://schemas.microsoft.com/office/drawing/2014/main" id="{2452C36F-B841-4790-889A-838EF6BE6EA2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D905A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176" name="Rectangle: Top Corners Rounded 158">
                <a:extLst>
                  <a:ext uri="{FF2B5EF4-FFF2-40B4-BE49-F238E27FC236}">
                    <a16:creationId xmlns:a16="http://schemas.microsoft.com/office/drawing/2014/main" id="{E820280E-E4A7-4AE5-A6D3-C848FC708D33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F648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80" name="Rectangle: Top Corners Rounded 159">
                <a:extLst>
                  <a:ext uri="{FF2B5EF4-FFF2-40B4-BE49-F238E27FC236}">
                    <a16:creationId xmlns:a16="http://schemas.microsoft.com/office/drawing/2014/main" id="{DDC66791-776D-4889-BB94-2D35D5B1A52D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83" name="Freeform: Shape 160">
                <a:extLst>
                  <a:ext uri="{FF2B5EF4-FFF2-40B4-BE49-F238E27FC236}">
                    <a16:creationId xmlns:a16="http://schemas.microsoft.com/office/drawing/2014/main" id="{37940428-D75B-4E72-B335-8F0C2093D060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186" name="Block Arc 161">
                <a:extLst>
                  <a:ext uri="{FF2B5EF4-FFF2-40B4-BE49-F238E27FC236}">
                    <a16:creationId xmlns:a16="http://schemas.microsoft.com/office/drawing/2014/main" id="{57908570-A02C-46C1-8715-006F6096A51C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Oval 162">
                <a:extLst>
                  <a:ext uri="{FF2B5EF4-FFF2-40B4-BE49-F238E27FC236}">
                    <a16:creationId xmlns:a16="http://schemas.microsoft.com/office/drawing/2014/main" id="{06C9BCB7-EF22-4DF2-8F99-265107E1945A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307" name="Rectangle 163">
                <a:extLst>
                  <a:ext uri="{FF2B5EF4-FFF2-40B4-BE49-F238E27FC236}">
                    <a16:creationId xmlns:a16="http://schemas.microsoft.com/office/drawing/2014/main" id="{482381E9-C161-4DAD-BE1E-3745DF79B556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F648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PEdro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308" name="TextBox 164">
                <a:extLst>
                  <a:ext uri="{FF2B5EF4-FFF2-40B4-BE49-F238E27FC236}">
                    <a16:creationId xmlns:a16="http://schemas.microsoft.com/office/drawing/2014/main" id="{B2CD6712-E81E-425D-BCA9-7C99F4E7EC2A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</a:t>
                </a:r>
                <a:r>
                  <a:rPr lang="pt-BR" dirty="0">
                    <a:latin typeface="Bebas Neue" panose="020B0606020202050201" pitchFamily="34" charset="0"/>
                  </a:rPr>
                  <a:t>7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309" name="Rectangle: Rounded Corners 165">
                <a:extLst>
                  <a:ext uri="{FF2B5EF4-FFF2-40B4-BE49-F238E27FC236}">
                    <a16:creationId xmlns:a16="http://schemas.microsoft.com/office/drawing/2014/main" id="{4ECA95D4-A7FB-4F30-BB32-7CDA12FD50C6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F648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168" name="Picture 4">
              <a:extLst>
                <a:ext uri="{FF2B5EF4-FFF2-40B4-BE49-F238E27FC236}">
                  <a16:creationId xmlns:a16="http://schemas.microsoft.com/office/drawing/2014/main" id="{E3DEE88D-16C7-4F1D-9C07-AE298F98A0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72" t="750" r="10628" b="26548"/>
            <a:stretch/>
          </p:blipFill>
          <p:spPr bwMode="auto">
            <a:xfrm>
              <a:off x="10796898" y="2953639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0" name="Agrupar 309">
            <a:extLst>
              <a:ext uri="{FF2B5EF4-FFF2-40B4-BE49-F238E27FC236}">
                <a16:creationId xmlns:a16="http://schemas.microsoft.com/office/drawing/2014/main" id="{E60B2127-B43E-4CB2-B517-4FFA5C412F2E}"/>
              </a:ext>
            </a:extLst>
          </p:cNvPr>
          <p:cNvGrpSpPr/>
          <p:nvPr/>
        </p:nvGrpSpPr>
        <p:grpSpPr>
          <a:xfrm>
            <a:off x="-67923" y="-5449827"/>
            <a:ext cx="1762546" cy="5336823"/>
            <a:chOff x="-7357" y="-112612"/>
            <a:chExt cx="1762546" cy="5336823"/>
          </a:xfrm>
        </p:grpSpPr>
        <p:grpSp>
          <p:nvGrpSpPr>
            <p:cNvPr id="311" name="Group 155">
              <a:extLst>
                <a:ext uri="{FF2B5EF4-FFF2-40B4-BE49-F238E27FC236}">
                  <a16:creationId xmlns:a16="http://schemas.microsoft.com/office/drawing/2014/main" id="{AFBED5B7-5582-49A1-81C5-15FAAD5FFFDF}"/>
                </a:ext>
              </a:extLst>
            </p:cNvPr>
            <p:cNvGrpSpPr/>
            <p:nvPr/>
          </p:nvGrpSpPr>
          <p:grpSpPr>
            <a:xfrm>
              <a:off x="-7357" y="-112612"/>
              <a:ext cx="1762546" cy="5336823"/>
              <a:chOff x="323258" y="-672037"/>
              <a:chExt cx="1762546" cy="5336823"/>
            </a:xfrm>
          </p:grpSpPr>
          <p:sp>
            <p:nvSpPr>
              <p:cNvPr id="313" name="Rectangle: Rounded Corners 157">
                <a:extLst>
                  <a:ext uri="{FF2B5EF4-FFF2-40B4-BE49-F238E27FC236}">
                    <a16:creationId xmlns:a16="http://schemas.microsoft.com/office/drawing/2014/main" id="{63C6E096-5B8D-48F2-B9EB-7001EFF1D551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9B30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314" name="Rectangle: Top Corners Rounded 158">
                <a:extLst>
                  <a:ext uri="{FF2B5EF4-FFF2-40B4-BE49-F238E27FC236}">
                    <a16:creationId xmlns:a16="http://schemas.microsoft.com/office/drawing/2014/main" id="{C6A80B75-7FCE-4CFB-B230-8BA7FD979F45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C03C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15" name="Rectangle: Top Corners Rounded 159">
                <a:extLst>
                  <a:ext uri="{FF2B5EF4-FFF2-40B4-BE49-F238E27FC236}">
                    <a16:creationId xmlns:a16="http://schemas.microsoft.com/office/drawing/2014/main" id="{169CA122-99E7-47DC-A077-6EBB6F6A6469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16" name="Freeform: Shape 160">
                <a:extLst>
                  <a:ext uri="{FF2B5EF4-FFF2-40B4-BE49-F238E27FC236}">
                    <a16:creationId xmlns:a16="http://schemas.microsoft.com/office/drawing/2014/main" id="{99805BD4-BCC3-44A3-857B-C6AC3004F449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317" name="Block Arc 161">
                <a:extLst>
                  <a:ext uri="{FF2B5EF4-FFF2-40B4-BE49-F238E27FC236}">
                    <a16:creationId xmlns:a16="http://schemas.microsoft.com/office/drawing/2014/main" id="{B0889D52-2C54-4130-829F-46372AA63DF6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318" name="Oval 162">
                <a:extLst>
                  <a:ext uri="{FF2B5EF4-FFF2-40B4-BE49-F238E27FC236}">
                    <a16:creationId xmlns:a16="http://schemas.microsoft.com/office/drawing/2014/main" id="{9EDB2DA4-70B8-441F-A4C8-944C35CA51DA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319" name="Rectangle 163">
                <a:extLst>
                  <a:ext uri="{FF2B5EF4-FFF2-40B4-BE49-F238E27FC236}">
                    <a16:creationId xmlns:a16="http://schemas.microsoft.com/office/drawing/2014/main" id="{3B960375-4DD6-46CD-A504-BE7A0000D369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C03C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latin typeface="Bebas Neue" panose="020B0606020202050201" pitchFamily="34" charset="0"/>
                  </a:rPr>
                  <a:t>daniel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320" name="TextBox 164">
                <a:extLst>
                  <a:ext uri="{FF2B5EF4-FFF2-40B4-BE49-F238E27FC236}">
                    <a16:creationId xmlns:a16="http://schemas.microsoft.com/office/drawing/2014/main" id="{731173D9-F0BD-42B0-8DD6-1FFFEAC85A88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01</a:t>
                </a:r>
              </a:p>
            </p:txBody>
          </p:sp>
          <p:sp>
            <p:nvSpPr>
              <p:cNvPr id="321" name="Rectangle: Rounded Corners 165">
                <a:extLst>
                  <a:ext uri="{FF2B5EF4-FFF2-40B4-BE49-F238E27FC236}">
                    <a16:creationId xmlns:a16="http://schemas.microsoft.com/office/drawing/2014/main" id="{F6646F3B-B1B6-4A3B-BE05-2012DC28BE3F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C03C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312" name="Picture 6">
              <a:extLst>
                <a:ext uri="{FF2B5EF4-FFF2-40B4-BE49-F238E27FC236}">
                  <a16:creationId xmlns:a16="http://schemas.microsoft.com/office/drawing/2014/main" id="{5A9DC181-539B-4CE3-BCC4-F509B3FFB9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80" t="8317" r="19766" b="30330"/>
            <a:stretch/>
          </p:blipFill>
          <p:spPr bwMode="auto">
            <a:xfrm>
              <a:off x="283288" y="3051810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2" name="Agrupar 321">
            <a:extLst>
              <a:ext uri="{FF2B5EF4-FFF2-40B4-BE49-F238E27FC236}">
                <a16:creationId xmlns:a16="http://schemas.microsoft.com/office/drawing/2014/main" id="{49D43E51-3C8B-48CA-ACAE-56C294DCF2A5}"/>
              </a:ext>
            </a:extLst>
          </p:cNvPr>
          <p:cNvGrpSpPr/>
          <p:nvPr/>
        </p:nvGrpSpPr>
        <p:grpSpPr>
          <a:xfrm>
            <a:off x="3481373" y="-5549508"/>
            <a:ext cx="1762546" cy="5336823"/>
            <a:chOff x="3541939" y="-212293"/>
            <a:chExt cx="1762546" cy="5336823"/>
          </a:xfrm>
        </p:grpSpPr>
        <p:grpSp>
          <p:nvGrpSpPr>
            <p:cNvPr id="323" name="Group 179">
              <a:extLst>
                <a:ext uri="{FF2B5EF4-FFF2-40B4-BE49-F238E27FC236}">
                  <a16:creationId xmlns:a16="http://schemas.microsoft.com/office/drawing/2014/main" id="{50D8E7C2-82CA-42CE-AE3E-A8FDC9904E05}"/>
                </a:ext>
              </a:extLst>
            </p:cNvPr>
            <p:cNvGrpSpPr/>
            <p:nvPr/>
          </p:nvGrpSpPr>
          <p:grpSpPr>
            <a:xfrm>
              <a:off x="3541939" y="-212293"/>
              <a:ext cx="1762546" cy="5336823"/>
              <a:chOff x="323258" y="-672037"/>
              <a:chExt cx="1762546" cy="5336823"/>
            </a:xfrm>
          </p:grpSpPr>
          <p:sp>
            <p:nvSpPr>
              <p:cNvPr id="325" name="Rectangle: Rounded Corners 181">
                <a:extLst>
                  <a:ext uri="{FF2B5EF4-FFF2-40B4-BE49-F238E27FC236}">
                    <a16:creationId xmlns:a16="http://schemas.microsoft.com/office/drawing/2014/main" id="{AEEA2A9A-7D7F-4155-ADAE-8FF4A816E295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E2A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26" name="Rectangle: Top Corners Rounded 182">
                <a:extLst>
                  <a:ext uri="{FF2B5EF4-FFF2-40B4-BE49-F238E27FC236}">
                    <a16:creationId xmlns:a16="http://schemas.microsoft.com/office/drawing/2014/main" id="{FC979C0D-5CCD-4ACC-BC3F-A8E38818F5F6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FFC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27" name="Rectangle: Top Corners Rounded 183">
                <a:extLst>
                  <a:ext uri="{FF2B5EF4-FFF2-40B4-BE49-F238E27FC236}">
                    <a16:creationId xmlns:a16="http://schemas.microsoft.com/office/drawing/2014/main" id="{42C237AF-9C58-44BB-AD89-144F75BDAFF3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28" name="Freeform: Shape 184">
                <a:extLst>
                  <a:ext uri="{FF2B5EF4-FFF2-40B4-BE49-F238E27FC236}">
                    <a16:creationId xmlns:a16="http://schemas.microsoft.com/office/drawing/2014/main" id="{DCD14775-8853-4033-B983-3A78BB32D05C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329" name="Block Arc 185">
                <a:extLst>
                  <a:ext uri="{FF2B5EF4-FFF2-40B4-BE49-F238E27FC236}">
                    <a16:creationId xmlns:a16="http://schemas.microsoft.com/office/drawing/2014/main" id="{EE4546D9-BD92-4F9A-B4EA-AB95A889DF57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330" name="Oval 186">
                <a:extLst>
                  <a:ext uri="{FF2B5EF4-FFF2-40B4-BE49-F238E27FC236}">
                    <a16:creationId xmlns:a16="http://schemas.microsoft.com/office/drawing/2014/main" id="{45533A09-F5CC-48C0-90FF-CDBA15A7CA21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31" name="Rectangle 187">
                <a:extLst>
                  <a:ext uri="{FF2B5EF4-FFF2-40B4-BE49-F238E27FC236}">
                    <a16:creationId xmlns:a16="http://schemas.microsoft.com/office/drawing/2014/main" id="{9E5793A1-6236-4A7E-AE92-9B136B0B64F9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FFC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emanuelle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332" name="TextBox 188">
                <a:extLst>
                  <a:ext uri="{FF2B5EF4-FFF2-40B4-BE49-F238E27FC236}">
                    <a16:creationId xmlns:a16="http://schemas.microsoft.com/office/drawing/2014/main" id="{33006A50-E82F-47F8-8D38-BBD0B1F8D904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03</a:t>
                </a:r>
              </a:p>
            </p:txBody>
          </p:sp>
          <p:sp>
            <p:nvSpPr>
              <p:cNvPr id="333" name="Rectangle: Rounded Corners 189">
                <a:extLst>
                  <a:ext uri="{FF2B5EF4-FFF2-40B4-BE49-F238E27FC236}">
                    <a16:creationId xmlns:a16="http://schemas.microsoft.com/office/drawing/2014/main" id="{E640E4CD-3CD5-48EE-8557-14BDE677C5B3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FFC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324" name="Picture 8">
              <a:extLst>
                <a:ext uri="{FF2B5EF4-FFF2-40B4-BE49-F238E27FC236}">
                  <a16:creationId xmlns:a16="http://schemas.microsoft.com/office/drawing/2014/main" id="{8AB44D20-C9F0-401A-9951-EABBA54B05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69" t="362" r="8768" b="14175"/>
            <a:stretch/>
          </p:blipFill>
          <p:spPr bwMode="auto">
            <a:xfrm>
              <a:off x="3817992" y="3008646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4" name="Agrupar 333">
            <a:extLst>
              <a:ext uri="{FF2B5EF4-FFF2-40B4-BE49-F238E27FC236}">
                <a16:creationId xmlns:a16="http://schemas.microsoft.com/office/drawing/2014/main" id="{EDFF2194-1815-476E-8239-5BCEB7E25F08}"/>
              </a:ext>
            </a:extLst>
          </p:cNvPr>
          <p:cNvGrpSpPr/>
          <p:nvPr/>
        </p:nvGrpSpPr>
        <p:grpSpPr>
          <a:xfrm>
            <a:off x="6906192" y="-5608353"/>
            <a:ext cx="1762546" cy="5336823"/>
            <a:chOff x="6966758" y="-271138"/>
            <a:chExt cx="1762546" cy="5336823"/>
          </a:xfrm>
        </p:grpSpPr>
        <p:grpSp>
          <p:nvGrpSpPr>
            <p:cNvPr id="335" name="Group 203">
              <a:extLst>
                <a:ext uri="{FF2B5EF4-FFF2-40B4-BE49-F238E27FC236}">
                  <a16:creationId xmlns:a16="http://schemas.microsoft.com/office/drawing/2014/main" id="{C6968D69-6A88-4A32-A6A3-7CA8CB7DB9EF}"/>
                </a:ext>
              </a:extLst>
            </p:cNvPr>
            <p:cNvGrpSpPr/>
            <p:nvPr/>
          </p:nvGrpSpPr>
          <p:grpSpPr>
            <a:xfrm>
              <a:off x="6966758" y="-271138"/>
              <a:ext cx="1762546" cy="5336823"/>
              <a:chOff x="323258" y="-672037"/>
              <a:chExt cx="1762546" cy="5336823"/>
            </a:xfrm>
          </p:grpSpPr>
          <p:sp>
            <p:nvSpPr>
              <p:cNvPr id="337" name="Rectangle: Rounded Corners 205">
                <a:extLst>
                  <a:ext uri="{FF2B5EF4-FFF2-40B4-BE49-F238E27FC236}">
                    <a16:creationId xmlns:a16="http://schemas.microsoft.com/office/drawing/2014/main" id="{058459E6-950C-4438-B89E-CEB56E24A095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38" name="Rectangle: Top Corners Rounded 206">
                <a:extLst>
                  <a:ext uri="{FF2B5EF4-FFF2-40B4-BE49-F238E27FC236}">
                    <a16:creationId xmlns:a16="http://schemas.microsoft.com/office/drawing/2014/main" id="{D40DE2D6-F001-482D-8692-38014774E466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39" name="Rectangle: Top Corners Rounded 207">
                <a:extLst>
                  <a:ext uri="{FF2B5EF4-FFF2-40B4-BE49-F238E27FC236}">
                    <a16:creationId xmlns:a16="http://schemas.microsoft.com/office/drawing/2014/main" id="{5AA23A83-B2AA-4AB1-A003-A7EE7481F886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40" name="Freeform: Shape 208">
                <a:extLst>
                  <a:ext uri="{FF2B5EF4-FFF2-40B4-BE49-F238E27FC236}">
                    <a16:creationId xmlns:a16="http://schemas.microsoft.com/office/drawing/2014/main" id="{3547AE7F-B189-479B-A0B4-C610ED7FB577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341" name="Block Arc 209">
                <a:extLst>
                  <a:ext uri="{FF2B5EF4-FFF2-40B4-BE49-F238E27FC236}">
                    <a16:creationId xmlns:a16="http://schemas.microsoft.com/office/drawing/2014/main" id="{D3DA500C-9A51-4B2A-891C-475F789DAF2C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342" name="Oval 210">
                <a:extLst>
                  <a:ext uri="{FF2B5EF4-FFF2-40B4-BE49-F238E27FC236}">
                    <a16:creationId xmlns:a16="http://schemas.microsoft.com/office/drawing/2014/main" id="{70DD93DD-4968-487B-9ED4-EAFA54CCCA0E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43" name="Rectangle 211">
                <a:extLst>
                  <a:ext uri="{FF2B5EF4-FFF2-40B4-BE49-F238E27FC236}">
                    <a16:creationId xmlns:a16="http://schemas.microsoft.com/office/drawing/2014/main" id="{A9B38185-51F7-497F-B768-391BEE49194C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pedro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344" name="TextBox 212">
                <a:extLst>
                  <a:ext uri="{FF2B5EF4-FFF2-40B4-BE49-F238E27FC236}">
                    <a16:creationId xmlns:a16="http://schemas.microsoft.com/office/drawing/2014/main" id="{64F1AD00-BB63-4370-A4CD-ED4478CC248F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05</a:t>
                </a:r>
              </a:p>
            </p:txBody>
          </p:sp>
          <p:sp>
            <p:nvSpPr>
              <p:cNvPr id="345" name="Rectangle: Rounded Corners 213">
                <a:extLst>
                  <a:ext uri="{FF2B5EF4-FFF2-40B4-BE49-F238E27FC236}">
                    <a16:creationId xmlns:a16="http://schemas.microsoft.com/office/drawing/2014/main" id="{1C1370C7-4A9E-4D19-8360-5FEB9A951F7D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336" name="Picture 10">
              <a:extLst>
                <a:ext uri="{FF2B5EF4-FFF2-40B4-BE49-F238E27FC236}">
                  <a16:creationId xmlns:a16="http://schemas.microsoft.com/office/drawing/2014/main" id="{78E0D200-D91F-4202-8901-08A0361ADD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94" t="7423" r="-3111" b="5660"/>
            <a:stretch/>
          </p:blipFill>
          <p:spPr bwMode="auto">
            <a:xfrm>
              <a:off x="7245642" y="2945357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6" name="Agrupar 345">
            <a:extLst>
              <a:ext uri="{FF2B5EF4-FFF2-40B4-BE49-F238E27FC236}">
                <a16:creationId xmlns:a16="http://schemas.microsoft.com/office/drawing/2014/main" id="{E168C994-C1B0-4427-944A-6125BA583A46}"/>
              </a:ext>
            </a:extLst>
          </p:cNvPr>
          <p:cNvGrpSpPr/>
          <p:nvPr/>
        </p:nvGrpSpPr>
        <p:grpSpPr>
          <a:xfrm>
            <a:off x="8682746" y="-6333612"/>
            <a:ext cx="1762546" cy="5336823"/>
            <a:chOff x="8743312" y="-996397"/>
            <a:chExt cx="1762546" cy="5336823"/>
          </a:xfrm>
        </p:grpSpPr>
        <p:grpSp>
          <p:nvGrpSpPr>
            <p:cNvPr id="347" name="Group 215">
              <a:extLst>
                <a:ext uri="{FF2B5EF4-FFF2-40B4-BE49-F238E27FC236}">
                  <a16:creationId xmlns:a16="http://schemas.microsoft.com/office/drawing/2014/main" id="{F4D9177C-C484-4FC7-831A-20CE336FF044}"/>
                </a:ext>
              </a:extLst>
            </p:cNvPr>
            <p:cNvGrpSpPr/>
            <p:nvPr/>
          </p:nvGrpSpPr>
          <p:grpSpPr>
            <a:xfrm>
              <a:off x="8743312" y="-996397"/>
              <a:ext cx="1762546" cy="5336823"/>
              <a:chOff x="323258" y="-672037"/>
              <a:chExt cx="1762546" cy="5336823"/>
            </a:xfrm>
          </p:grpSpPr>
          <p:sp>
            <p:nvSpPr>
              <p:cNvPr id="349" name="Rectangle: Rounded Corners 217">
                <a:extLst>
                  <a:ext uri="{FF2B5EF4-FFF2-40B4-BE49-F238E27FC236}">
                    <a16:creationId xmlns:a16="http://schemas.microsoft.com/office/drawing/2014/main" id="{555A06F0-8516-40B7-92F8-0D643CCD57B6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50" name="Rectangle: Top Corners Rounded 218">
                <a:extLst>
                  <a:ext uri="{FF2B5EF4-FFF2-40B4-BE49-F238E27FC236}">
                    <a16:creationId xmlns:a16="http://schemas.microsoft.com/office/drawing/2014/main" id="{7B97675C-70E4-4500-A2E9-6AF55D7D8F70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954E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51" name="Rectangle: Top Corners Rounded 219">
                <a:extLst>
                  <a:ext uri="{FF2B5EF4-FFF2-40B4-BE49-F238E27FC236}">
                    <a16:creationId xmlns:a16="http://schemas.microsoft.com/office/drawing/2014/main" id="{9D51FD19-67A5-4D24-B2F8-EB0BCC29ACA7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52" name="Freeform: Shape 220">
                <a:extLst>
                  <a:ext uri="{FF2B5EF4-FFF2-40B4-BE49-F238E27FC236}">
                    <a16:creationId xmlns:a16="http://schemas.microsoft.com/office/drawing/2014/main" id="{A3806851-F453-4E5B-8532-9048320010F8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353" name="Block Arc 221">
                <a:extLst>
                  <a:ext uri="{FF2B5EF4-FFF2-40B4-BE49-F238E27FC236}">
                    <a16:creationId xmlns:a16="http://schemas.microsoft.com/office/drawing/2014/main" id="{D06F8A2F-BD7E-470F-8687-62D3203A0C38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354" name="Oval 222">
                <a:extLst>
                  <a:ext uri="{FF2B5EF4-FFF2-40B4-BE49-F238E27FC236}">
                    <a16:creationId xmlns:a16="http://schemas.microsoft.com/office/drawing/2014/main" id="{DA3D8216-AA04-4B51-BC4E-9C28CE066A74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55" name="Rectangle 223">
                <a:extLst>
                  <a:ext uri="{FF2B5EF4-FFF2-40B4-BE49-F238E27FC236}">
                    <a16:creationId xmlns:a16="http://schemas.microsoft.com/office/drawing/2014/main" id="{706B8FD5-3453-41C2-B5C8-83EC3A419E2B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954E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indrid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356" name="TextBox 224">
                <a:extLst>
                  <a:ext uri="{FF2B5EF4-FFF2-40B4-BE49-F238E27FC236}">
                    <a16:creationId xmlns:a16="http://schemas.microsoft.com/office/drawing/2014/main" id="{386E4EFD-CDD9-410F-AE77-E8207C897B0F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06</a:t>
                </a:r>
              </a:p>
            </p:txBody>
          </p:sp>
          <p:sp>
            <p:nvSpPr>
              <p:cNvPr id="357" name="Rectangle: Rounded Corners 225">
                <a:extLst>
                  <a:ext uri="{FF2B5EF4-FFF2-40B4-BE49-F238E27FC236}">
                    <a16:creationId xmlns:a16="http://schemas.microsoft.com/office/drawing/2014/main" id="{C023CF71-A1DF-42DB-90A1-97A7FB6458A2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954E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348" name="Picture 12">
              <a:extLst>
                <a:ext uri="{FF2B5EF4-FFF2-40B4-BE49-F238E27FC236}">
                  <a16:creationId xmlns:a16="http://schemas.microsoft.com/office/drawing/2014/main" id="{2B7FA677-FFD8-467B-988F-6722C72376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67" y="2180062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8" name="Agrupar 357">
            <a:extLst>
              <a:ext uri="{FF2B5EF4-FFF2-40B4-BE49-F238E27FC236}">
                <a16:creationId xmlns:a16="http://schemas.microsoft.com/office/drawing/2014/main" id="{9333A186-5119-4FDD-8CBE-EDC44AC7D091}"/>
              </a:ext>
            </a:extLst>
          </p:cNvPr>
          <p:cNvGrpSpPr/>
          <p:nvPr/>
        </p:nvGrpSpPr>
        <p:grpSpPr>
          <a:xfrm>
            <a:off x="5118381" y="-6334365"/>
            <a:ext cx="1762546" cy="5336823"/>
            <a:chOff x="5178947" y="-997150"/>
            <a:chExt cx="1762546" cy="5336823"/>
          </a:xfrm>
        </p:grpSpPr>
        <p:grpSp>
          <p:nvGrpSpPr>
            <p:cNvPr id="359" name="Group 191">
              <a:extLst>
                <a:ext uri="{FF2B5EF4-FFF2-40B4-BE49-F238E27FC236}">
                  <a16:creationId xmlns:a16="http://schemas.microsoft.com/office/drawing/2014/main" id="{B8321DF1-889E-473E-A14E-7AF40E19D024}"/>
                </a:ext>
              </a:extLst>
            </p:cNvPr>
            <p:cNvGrpSpPr/>
            <p:nvPr/>
          </p:nvGrpSpPr>
          <p:grpSpPr>
            <a:xfrm>
              <a:off x="5178947" y="-997150"/>
              <a:ext cx="1762546" cy="5336823"/>
              <a:chOff x="323258" y="-672037"/>
              <a:chExt cx="1762546" cy="5336823"/>
            </a:xfrm>
          </p:grpSpPr>
          <p:sp>
            <p:nvSpPr>
              <p:cNvPr id="361" name="Rectangle: Rounded Corners 193">
                <a:extLst>
                  <a:ext uri="{FF2B5EF4-FFF2-40B4-BE49-F238E27FC236}">
                    <a16:creationId xmlns:a16="http://schemas.microsoft.com/office/drawing/2014/main" id="{16EC7085-C8F7-4819-80AC-21C896C3CBE6}"/>
                  </a:ext>
                </a:extLst>
              </p:cNvPr>
              <p:cNvSpPr/>
              <p:nvPr/>
            </p:nvSpPr>
            <p:spPr>
              <a:xfrm rot="264095" flipH="1">
                <a:off x="1161058" y="-672037"/>
                <a:ext cx="262042" cy="2752855"/>
              </a:xfrm>
              <a:prstGeom prst="roundRect">
                <a:avLst/>
              </a:prstGeom>
              <a:solidFill>
                <a:srgbClr val="70AC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62" name="Rectangle: Top Corners Rounded 194">
                <a:extLst>
                  <a:ext uri="{FF2B5EF4-FFF2-40B4-BE49-F238E27FC236}">
                    <a16:creationId xmlns:a16="http://schemas.microsoft.com/office/drawing/2014/main" id="{09142946-D291-44CF-A220-594205B4C817}"/>
                  </a:ext>
                </a:extLst>
              </p:cNvPr>
              <p:cNvSpPr/>
              <p:nvPr/>
            </p:nvSpPr>
            <p:spPr>
              <a:xfrm>
                <a:off x="323258" y="2119470"/>
                <a:ext cx="1760376" cy="1088425"/>
              </a:xfrm>
              <a:prstGeom prst="round2Same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63" name="Rectangle: Top Corners Rounded 195">
                <a:extLst>
                  <a:ext uri="{FF2B5EF4-FFF2-40B4-BE49-F238E27FC236}">
                    <a16:creationId xmlns:a16="http://schemas.microsoft.com/office/drawing/2014/main" id="{777FD626-1F58-4078-89B0-5DA1C8EBCFC3}"/>
                  </a:ext>
                </a:extLst>
              </p:cNvPr>
              <p:cNvSpPr/>
              <p:nvPr/>
            </p:nvSpPr>
            <p:spPr>
              <a:xfrm flipV="1">
                <a:off x="323258" y="3186066"/>
                <a:ext cx="1760376" cy="1478720"/>
              </a:xfrm>
              <a:prstGeom prst="round2SameRect">
                <a:avLst>
                  <a:gd name="adj1" fmla="val 1451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64" name="Freeform: Shape 196">
                <a:extLst>
                  <a:ext uri="{FF2B5EF4-FFF2-40B4-BE49-F238E27FC236}">
                    <a16:creationId xmlns:a16="http://schemas.microsoft.com/office/drawing/2014/main" id="{06A41415-90D7-4BF0-B542-B156C8CBDEE6}"/>
                  </a:ext>
                </a:extLst>
              </p:cNvPr>
              <p:cNvSpPr/>
              <p:nvPr/>
            </p:nvSpPr>
            <p:spPr>
              <a:xfrm flipV="1">
                <a:off x="1711301" y="2119470"/>
                <a:ext cx="374503" cy="2545316"/>
              </a:xfrm>
              <a:custGeom>
                <a:avLst/>
                <a:gdLst>
                  <a:gd name="connsiteX0" fmla="*/ 33154 w 374503"/>
                  <a:gd name="connsiteY0" fmla="*/ 2545316 h 2545316"/>
                  <a:gd name="connsiteX1" fmla="*/ 193095 w 374503"/>
                  <a:gd name="connsiteY1" fmla="*/ 2545316 h 2545316"/>
                  <a:gd name="connsiteX2" fmla="*/ 374503 w 374503"/>
                  <a:gd name="connsiteY2" fmla="*/ 2363908 h 2545316"/>
                  <a:gd name="connsiteX3" fmla="*/ 374503 w 374503"/>
                  <a:gd name="connsiteY3" fmla="*/ 1478720 h 2545316"/>
                  <a:gd name="connsiteX4" fmla="*/ 374503 w 374503"/>
                  <a:gd name="connsiteY4" fmla="*/ 1456891 h 2545316"/>
                  <a:gd name="connsiteX5" fmla="*/ 374503 w 374503"/>
                  <a:gd name="connsiteY5" fmla="*/ 214562 h 2545316"/>
                  <a:gd name="connsiteX6" fmla="*/ 159941 w 374503"/>
                  <a:gd name="connsiteY6" fmla="*/ 0 h 2545316"/>
                  <a:gd name="connsiteX7" fmla="*/ 0 w 374503"/>
                  <a:gd name="connsiteY7" fmla="*/ 0 h 2545316"/>
                  <a:gd name="connsiteX8" fmla="*/ 214562 w 374503"/>
                  <a:gd name="connsiteY8" fmla="*/ 214562 h 2545316"/>
                  <a:gd name="connsiteX9" fmla="*/ 214562 w 374503"/>
                  <a:gd name="connsiteY9" fmla="*/ 1456891 h 2545316"/>
                  <a:gd name="connsiteX10" fmla="*/ 214562 w 374503"/>
                  <a:gd name="connsiteY10" fmla="*/ 1478720 h 2545316"/>
                  <a:gd name="connsiteX11" fmla="*/ 214562 w 374503"/>
                  <a:gd name="connsiteY11" fmla="*/ 2363908 h 2545316"/>
                  <a:gd name="connsiteX12" fmla="*/ 33154 w 374503"/>
                  <a:gd name="connsiteY12" fmla="*/ 2545316 h 254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503" h="2545316">
                    <a:moveTo>
                      <a:pt x="33154" y="2545316"/>
                    </a:moveTo>
                    <a:lnTo>
                      <a:pt x="193095" y="2545316"/>
                    </a:lnTo>
                    <a:cubicBezTo>
                      <a:pt x="293284" y="2545316"/>
                      <a:pt x="374503" y="2464097"/>
                      <a:pt x="374503" y="2363908"/>
                    </a:cubicBezTo>
                    <a:lnTo>
                      <a:pt x="374503" y="1478720"/>
                    </a:lnTo>
                    <a:lnTo>
                      <a:pt x="374503" y="1456891"/>
                    </a:lnTo>
                    <a:lnTo>
                      <a:pt x="374503" y="214562"/>
                    </a:lnTo>
                    <a:cubicBezTo>
                      <a:pt x="374503" y="96063"/>
                      <a:pt x="278440" y="0"/>
                      <a:pt x="159941" y="0"/>
                    </a:cubicBezTo>
                    <a:lnTo>
                      <a:pt x="0" y="0"/>
                    </a:lnTo>
                    <a:cubicBezTo>
                      <a:pt x="118499" y="0"/>
                      <a:pt x="214562" y="96063"/>
                      <a:pt x="214562" y="214562"/>
                    </a:cubicBezTo>
                    <a:lnTo>
                      <a:pt x="214562" y="1456891"/>
                    </a:lnTo>
                    <a:lnTo>
                      <a:pt x="214562" y="1478720"/>
                    </a:lnTo>
                    <a:lnTo>
                      <a:pt x="214562" y="2363908"/>
                    </a:lnTo>
                    <a:cubicBezTo>
                      <a:pt x="214562" y="2464097"/>
                      <a:pt x="133343" y="2545316"/>
                      <a:pt x="33154" y="2545316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dirty="0"/>
              </a:p>
            </p:txBody>
          </p:sp>
          <p:sp>
            <p:nvSpPr>
              <p:cNvPr id="365" name="Block Arc 197">
                <a:extLst>
                  <a:ext uri="{FF2B5EF4-FFF2-40B4-BE49-F238E27FC236}">
                    <a16:creationId xmlns:a16="http://schemas.microsoft.com/office/drawing/2014/main" id="{80B96391-202F-47E1-8C90-BC10907B1CAD}"/>
                  </a:ext>
                </a:extLst>
              </p:cNvPr>
              <p:cNvSpPr/>
              <p:nvPr/>
            </p:nvSpPr>
            <p:spPr>
              <a:xfrm>
                <a:off x="961284" y="1897935"/>
                <a:ext cx="484324" cy="443070"/>
              </a:xfrm>
              <a:prstGeom prst="blockArc">
                <a:avLst>
                  <a:gd name="adj1" fmla="val 10800000"/>
                  <a:gd name="adj2" fmla="val 21599999"/>
                  <a:gd name="adj3" fmla="val 1658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</a:endParaRPr>
              </a:p>
            </p:txBody>
          </p:sp>
          <p:sp>
            <p:nvSpPr>
              <p:cNvPr id="366" name="Oval 198">
                <a:extLst>
                  <a:ext uri="{FF2B5EF4-FFF2-40B4-BE49-F238E27FC236}">
                    <a16:creationId xmlns:a16="http://schemas.microsoft.com/office/drawing/2014/main" id="{DB5F98FD-8873-47FC-B5A4-44208CB37ACA}"/>
                  </a:ext>
                </a:extLst>
              </p:cNvPr>
              <p:cNvSpPr/>
              <p:nvPr/>
            </p:nvSpPr>
            <p:spPr>
              <a:xfrm>
                <a:off x="683051" y="2632822"/>
                <a:ext cx="1040791" cy="104079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67" name="Rectangle 199">
                <a:extLst>
                  <a:ext uri="{FF2B5EF4-FFF2-40B4-BE49-F238E27FC236}">
                    <a16:creationId xmlns:a16="http://schemas.microsoft.com/office/drawing/2014/main" id="{7F9B4319-5D03-4898-9911-407D5CEAB7BD}"/>
                  </a:ext>
                </a:extLst>
              </p:cNvPr>
              <p:cNvSpPr/>
              <p:nvPr/>
            </p:nvSpPr>
            <p:spPr>
              <a:xfrm>
                <a:off x="636840" y="3795563"/>
                <a:ext cx="1133211" cy="3549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latin typeface="Bebas Neue" panose="020B0606020202050201" pitchFamily="34" charset="0"/>
                  </a:rPr>
                  <a:t>tarsilo</a:t>
                </a:r>
                <a:endParaRPr lang="id-ID" dirty="0">
                  <a:latin typeface="Bebas Neue" panose="020B0606020202050201" pitchFamily="34" charset="0"/>
                </a:endParaRPr>
              </a:p>
            </p:txBody>
          </p:sp>
          <p:sp>
            <p:nvSpPr>
              <p:cNvPr id="368" name="TextBox 200">
                <a:extLst>
                  <a:ext uri="{FF2B5EF4-FFF2-40B4-BE49-F238E27FC236}">
                    <a16:creationId xmlns:a16="http://schemas.microsoft.com/office/drawing/2014/main" id="{C5D856CC-D296-421B-B23E-2CBFD0C36C87}"/>
                  </a:ext>
                </a:extLst>
              </p:cNvPr>
              <p:cNvSpPr txBox="1"/>
              <p:nvPr/>
            </p:nvSpPr>
            <p:spPr>
              <a:xfrm>
                <a:off x="567405" y="4203944"/>
                <a:ext cx="12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>
                    <a:latin typeface="Bebas Neue" panose="020B0606020202050201" pitchFamily="34" charset="0"/>
                  </a:rPr>
                  <a:t>04</a:t>
                </a:r>
              </a:p>
            </p:txBody>
          </p:sp>
          <p:sp>
            <p:nvSpPr>
              <p:cNvPr id="369" name="Rectangle: Rounded Corners 201">
                <a:extLst>
                  <a:ext uri="{FF2B5EF4-FFF2-40B4-BE49-F238E27FC236}">
                    <a16:creationId xmlns:a16="http://schemas.microsoft.com/office/drawing/2014/main" id="{23033C35-F61E-404D-9E51-232D4D933940}"/>
                  </a:ext>
                </a:extLst>
              </p:cNvPr>
              <p:cNvSpPr/>
              <p:nvPr/>
            </p:nvSpPr>
            <p:spPr>
              <a:xfrm rot="21335905">
                <a:off x="956232" y="-665818"/>
                <a:ext cx="262042" cy="2752855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pic>
          <p:nvPicPr>
            <p:cNvPr id="360" name="Picture 14">
              <a:extLst>
                <a:ext uri="{FF2B5EF4-FFF2-40B4-BE49-F238E27FC236}">
                  <a16:creationId xmlns:a16="http://schemas.microsoft.com/office/drawing/2014/main" id="{EA8F6B56-81F3-4698-9C68-0E0FD238FB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64" t="5709" r="16162" b="20318"/>
            <a:stretch/>
          </p:blipFill>
          <p:spPr bwMode="auto">
            <a:xfrm>
              <a:off x="5454196" y="2206749"/>
              <a:ext cx="1188000" cy="118800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14412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250" autoRev="1" fill="remove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22" dur="250" autoRev="1" fill="remove"/>
                                        <p:tgtEl>
                                          <p:spTgt spid="2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2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50" autoRev="1" fill="remove"/>
                                        <p:tgtEl>
                                          <p:spTgt spid="2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fill="remove" grpId="0" nodeType="withEffect">
                                  <p:stCondLst>
                                    <p:cond delay="55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50" autoRev="1" fill="remove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27" dur="250" autoRev="1" fill="remove"/>
                                        <p:tgtEl>
                                          <p:spTgt spid="2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8" dur="250" autoRev="1" fill="remove"/>
                                        <p:tgtEl>
                                          <p:spTgt spid="2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2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mph" presetSubtype="0" fill="remove" grpId="0" nodeType="withEffect">
                                  <p:stCondLst>
                                    <p:cond delay="105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250" autoRev="1" fill="remove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32" dur="250" autoRev="1" fill="remove"/>
                                        <p:tgtEl>
                                          <p:spTgt spid="2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2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autoRev="1" fill="remove"/>
                                        <p:tgtEl>
                                          <p:spTgt spid="2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mph" presetSubtype="0" fill="remove" grpId="0" nodeType="withEffect">
                                  <p:stCondLst>
                                    <p:cond delay="35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remove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remove"/>
                                        <p:tgtEl>
                                          <p:spTgt spid="2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2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2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7" presetClass="emph" presetSubtype="0" fill="remove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50" autoRev="1" fill="remove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42" dur="250" autoRev="1" fill="remove"/>
                                        <p:tgtEl>
                                          <p:spTgt spid="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43" dur="250" autoRev="1" fill="remove"/>
                                        <p:tgtEl>
                                          <p:spTgt spid="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7" presetClass="emph" presetSubtype="0" fill="remove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autoRev="1" fill="remov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47" dur="250" autoRev="1" fill="remov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48" dur="250" autoRev="1" fill="remov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50" autoRev="1" fill="remov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7" presetClass="emph" presetSubtype="0" fill="remove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50" autoRev="1" fill="remove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52" dur="250" autoRev="1" fill="remove"/>
                                        <p:tgtEl>
                                          <p:spTgt spid="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53" dur="250" autoRev="1" fill="remove"/>
                                        <p:tgtEl>
                                          <p:spTgt spid="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50" autoRev="1" fill="remove"/>
                                        <p:tgtEl>
                                          <p:spTgt spid="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5" grpId="0" animBg="1"/>
      <p:bldP spid="197" grpId="0"/>
      <p:bldP spid="203" grpId="0" animBg="1"/>
      <p:bldP spid="227" grpId="0" animBg="1"/>
      <p:bldP spid="240" grpId="0" animBg="1"/>
      <p:bldP spid="247" grpId="0" animBg="1"/>
      <p:bldP spid="255" grpId="0" animBg="1"/>
      <p:bldP spid="261" grpId="0" animBg="1"/>
      <p:bldP spid="27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DD645E-D5E4-4AF6-A4F4-5E3710DD6885}"/>
              </a:ext>
            </a:extLst>
          </p:cNvPr>
          <p:cNvSpPr/>
          <p:nvPr/>
        </p:nvSpPr>
        <p:spPr>
          <a:xfrm>
            <a:off x="3621314" y="856344"/>
            <a:ext cx="5036458" cy="3120570"/>
          </a:xfrm>
          <a:prstGeom prst="roundRect">
            <a:avLst>
              <a:gd name="adj" fmla="val 8295"/>
            </a:avLst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dirty="0">
                <a:latin typeface="Bebas Neue" panose="020B0606020202050201" pitchFamily="34" charset="0"/>
              </a:rPr>
              <a:t>Cenário atual</a:t>
            </a:r>
            <a:r>
              <a:rPr lang="id-ID" sz="4800" dirty="0">
                <a:latin typeface="Bebas Neue" panose="020B0606020202050201" pitchFamily="34" charset="0"/>
              </a:rPr>
              <a:t>_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6E29929-3AB2-4EE5-8D35-C773EEA32565}"/>
              </a:ext>
            </a:extLst>
          </p:cNvPr>
          <p:cNvSpPr/>
          <p:nvPr/>
        </p:nvSpPr>
        <p:spPr>
          <a:xfrm>
            <a:off x="3621314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63AD3F-64BE-48B4-88E7-E0A87482FD33}"/>
              </a:ext>
            </a:extLst>
          </p:cNvPr>
          <p:cNvSpPr/>
          <p:nvPr/>
        </p:nvSpPr>
        <p:spPr>
          <a:xfrm>
            <a:off x="4042227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3E41B6-1266-46E2-8592-DD43255DC716}"/>
              </a:ext>
            </a:extLst>
          </p:cNvPr>
          <p:cNvSpPr/>
          <p:nvPr/>
        </p:nvSpPr>
        <p:spPr>
          <a:xfrm>
            <a:off x="4463140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E6F298-3742-4B37-8E47-AB893D73693A}"/>
              </a:ext>
            </a:extLst>
          </p:cNvPr>
          <p:cNvSpPr/>
          <p:nvPr/>
        </p:nvSpPr>
        <p:spPr>
          <a:xfrm>
            <a:off x="4884053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E9079E-A164-420B-A74A-2DD4D3189014}"/>
              </a:ext>
            </a:extLst>
          </p:cNvPr>
          <p:cNvSpPr/>
          <p:nvPr/>
        </p:nvSpPr>
        <p:spPr>
          <a:xfrm>
            <a:off x="5304966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9F9936-A587-4CB0-8450-919D74BC8881}"/>
              </a:ext>
            </a:extLst>
          </p:cNvPr>
          <p:cNvSpPr/>
          <p:nvPr/>
        </p:nvSpPr>
        <p:spPr>
          <a:xfrm>
            <a:off x="5725879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11FFA3-E73D-46C5-8541-8A648B63FA49}"/>
              </a:ext>
            </a:extLst>
          </p:cNvPr>
          <p:cNvSpPr/>
          <p:nvPr/>
        </p:nvSpPr>
        <p:spPr>
          <a:xfrm>
            <a:off x="6146792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86AA86-9731-47B9-9BFB-392C397FA700}"/>
              </a:ext>
            </a:extLst>
          </p:cNvPr>
          <p:cNvSpPr/>
          <p:nvPr/>
        </p:nvSpPr>
        <p:spPr>
          <a:xfrm>
            <a:off x="6567705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27B963-1C1F-4FD4-9198-B0A1FA66E2D9}"/>
              </a:ext>
            </a:extLst>
          </p:cNvPr>
          <p:cNvSpPr/>
          <p:nvPr/>
        </p:nvSpPr>
        <p:spPr>
          <a:xfrm>
            <a:off x="6988618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953B36-37A4-4AAE-BC7A-11E493885874}"/>
              </a:ext>
            </a:extLst>
          </p:cNvPr>
          <p:cNvSpPr/>
          <p:nvPr/>
        </p:nvSpPr>
        <p:spPr>
          <a:xfrm>
            <a:off x="7409531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D90799F-68D0-4BC2-9E86-8C5C80883ABE}"/>
              </a:ext>
            </a:extLst>
          </p:cNvPr>
          <p:cNvSpPr/>
          <p:nvPr/>
        </p:nvSpPr>
        <p:spPr>
          <a:xfrm>
            <a:off x="7830444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9ED878-36C4-41CF-B4F0-A1C86D9B9C67}"/>
              </a:ext>
            </a:extLst>
          </p:cNvPr>
          <p:cNvSpPr/>
          <p:nvPr/>
        </p:nvSpPr>
        <p:spPr>
          <a:xfrm>
            <a:off x="8251357" y="4484914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0CCF75-953C-47E5-957A-C4851E73C3BC}"/>
              </a:ext>
            </a:extLst>
          </p:cNvPr>
          <p:cNvSpPr/>
          <p:nvPr/>
        </p:nvSpPr>
        <p:spPr>
          <a:xfrm>
            <a:off x="3621314" y="4876798"/>
            <a:ext cx="602341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38CD5E-656F-438A-B8BB-2828C971209E}"/>
              </a:ext>
            </a:extLst>
          </p:cNvPr>
          <p:cNvSpPr/>
          <p:nvPr/>
        </p:nvSpPr>
        <p:spPr>
          <a:xfrm>
            <a:off x="4281711" y="4876798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FC7A1D-287E-4F01-9473-11104BC56DAC}"/>
              </a:ext>
            </a:extLst>
          </p:cNvPr>
          <p:cNvSpPr/>
          <p:nvPr/>
        </p:nvSpPr>
        <p:spPr>
          <a:xfrm>
            <a:off x="4702624" y="4876798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4D7FDE-7799-4C00-AD8E-8AC83260A299}"/>
              </a:ext>
            </a:extLst>
          </p:cNvPr>
          <p:cNvSpPr/>
          <p:nvPr/>
        </p:nvSpPr>
        <p:spPr>
          <a:xfrm>
            <a:off x="5123537" y="4876798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18E9139-53DA-4371-B956-4E3DE61172B9}"/>
              </a:ext>
            </a:extLst>
          </p:cNvPr>
          <p:cNvSpPr/>
          <p:nvPr/>
        </p:nvSpPr>
        <p:spPr>
          <a:xfrm>
            <a:off x="5544450" y="4876798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CC04DE9-023E-4DB1-A238-36C4AD08E5A6}"/>
              </a:ext>
            </a:extLst>
          </p:cNvPr>
          <p:cNvSpPr/>
          <p:nvPr/>
        </p:nvSpPr>
        <p:spPr>
          <a:xfrm>
            <a:off x="5965363" y="4876798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99AE054-3860-49C5-AE8C-45ECD988326E}"/>
              </a:ext>
            </a:extLst>
          </p:cNvPr>
          <p:cNvSpPr/>
          <p:nvPr/>
        </p:nvSpPr>
        <p:spPr>
          <a:xfrm>
            <a:off x="6386276" y="4876798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7EAB1D0-DAAF-48F8-BFDD-CF9B605686DC}"/>
              </a:ext>
            </a:extLst>
          </p:cNvPr>
          <p:cNvSpPr/>
          <p:nvPr/>
        </p:nvSpPr>
        <p:spPr>
          <a:xfrm>
            <a:off x="6807189" y="4876798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E124641-B339-422B-B512-12F820385A84}"/>
              </a:ext>
            </a:extLst>
          </p:cNvPr>
          <p:cNvSpPr/>
          <p:nvPr/>
        </p:nvSpPr>
        <p:spPr>
          <a:xfrm>
            <a:off x="7228102" y="4876798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A1758D6-BFC4-48AA-A52E-54E176FE7646}"/>
              </a:ext>
            </a:extLst>
          </p:cNvPr>
          <p:cNvSpPr/>
          <p:nvPr/>
        </p:nvSpPr>
        <p:spPr>
          <a:xfrm>
            <a:off x="7649015" y="4876798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484454A-EA1B-426A-9C34-0CFE3D0F2669}"/>
              </a:ext>
            </a:extLst>
          </p:cNvPr>
          <p:cNvSpPr/>
          <p:nvPr/>
        </p:nvSpPr>
        <p:spPr>
          <a:xfrm>
            <a:off x="8069928" y="4876798"/>
            <a:ext cx="544286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B859846-7D00-432F-B0D0-8B06B6BD5DD8}"/>
              </a:ext>
            </a:extLst>
          </p:cNvPr>
          <p:cNvSpPr/>
          <p:nvPr/>
        </p:nvSpPr>
        <p:spPr>
          <a:xfrm>
            <a:off x="3621314" y="5268682"/>
            <a:ext cx="783771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813F02F-F4C8-4D87-9F45-3ACE36D0ED06}"/>
              </a:ext>
            </a:extLst>
          </p:cNvPr>
          <p:cNvSpPr/>
          <p:nvPr/>
        </p:nvSpPr>
        <p:spPr>
          <a:xfrm>
            <a:off x="4463140" y="5268682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2F86DD4-7A46-48E3-AFDB-AF41ACFA7CE5}"/>
              </a:ext>
            </a:extLst>
          </p:cNvPr>
          <p:cNvSpPr/>
          <p:nvPr/>
        </p:nvSpPr>
        <p:spPr>
          <a:xfrm>
            <a:off x="4884053" y="5268682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87A5387-9C8B-41D0-88B0-53EB233E9A54}"/>
              </a:ext>
            </a:extLst>
          </p:cNvPr>
          <p:cNvSpPr/>
          <p:nvPr/>
        </p:nvSpPr>
        <p:spPr>
          <a:xfrm>
            <a:off x="5304966" y="5268682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9B7ED71-78D1-49FA-A408-21C4F04D74CF}"/>
              </a:ext>
            </a:extLst>
          </p:cNvPr>
          <p:cNvSpPr/>
          <p:nvPr/>
        </p:nvSpPr>
        <p:spPr>
          <a:xfrm>
            <a:off x="5725879" y="5268682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C22C7BF-2B0D-4021-955C-F6D3A666156D}"/>
              </a:ext>
            </a:extLst>
          </p:cNvPr>
          <p:cNvSpPr/>
          <p:nvPr/>
        </p:nvSpPr>
        <p:spPr>
          <a:xfrm>
            <a:off x="6146792" y="5268682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F8F4F47-1B28-4831-8AD1-58DC6825749E}"/>
              </a:ext>
            </a:extLst>
          </p:cNvPr>
          <p:cNvSpPr/>
          <p:nvPr/>
        </p:nvSpPr>
        <p:spPr>
          <a:xfrm>
            <a:off x="6567705" y="5268682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6012995-F90B-483C-9B96-2C72B840928B}"/>
              </a:ext>
            </a:extLst>
          </p:cNvPr>
          <p:cNvSpPr/>
          <p:nvPr/>
        </p:nvSpPr>
        <p:spPr>
          <a:xfrm>
            <a:off x="6988618" y="5268682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A30F63F-E139-4AC0-A956-66961F5D9243}"/>
              </a:ext>
            </a:extLst>
          </p:cNvPr>
          <p:cNvSpPr/>
          <p:nvPr/>
        </p:nvSpPr>
        <p:spPr>
          <a:xfrm>
            <a:off x="7409531" y="5268682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8ECF4C6-8A4B-4038-9DF2-60C0423D984F}"/>
              </a:ext>
            </a:extLst>
          </p:cNvPr>
          <p:cNvSpPr/>
          <p:nvPr/>
        </p:nvSpPr>
        <p:spPr>
          <a:xfrm>
            <a:off x="7830444" y="5268682"/>
            <a:ext cx="783770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87BF3DA-9E6B-44A7-9013-25DB6C91BA43}"/>
              </a:ext>
            </a:extLst>
          </p:cNvPr>
          <p:cNvSpPr/>
          <p:nvPr/>
        </p:nvSpPr>
        <p:spPr>
          <a:xfrm>
            <a:off x="3621314" y="5660566"/>
            <a:ext cx="602341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F5B837C-650D-4491-8CD7-FDD0B3F964B5}"/>
              </a:ext>
            </a:extLst>
          </p:cNvPr>
          <p:cNvSpPr/>
          <p:nvPr/>
        </p:nvSpPr>
        <p:spPr>
          <a:xfrm>
            <a:off x="4281711" y="5660566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A3A6A3B-C386-4FB7-98F9-8F4755D11413}"/>
              </a:ext>
            </a:extLst>
          </p:cNvPr>
          <p:cNvSpPr/>
          <p:nvPr/>
        </p:nvSpPr>
        <p:spPr>
          <a:xfrm>
            <a:off x="4702624" y="5660566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A86075B-EF97-4B8A-A0DD-9681E0833933}"/>
              </a:ext>
            </a:extLst>
          </p:cNvPr>
          <p:cNvSpPr/>
          <p:nvPr/>
        </p:nvSpPr>
        <p:spPr>
          <a:xfrm>
            <a:off x="5123537" y="5660566"/>
            <a:ext cx="2046509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2AA352A-A63D-4CB5-AB75-D8928382615C}"/>
              </a:ext>
            </a:extLst>
          </p:cNvPr>
          <p:cNvSpPr/>
          <p:nvPr/>
        </p:nvSpPr>
        <p:spPr>
          <a:xfrm>
            <a:off x="7228102" y="5660566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0F6C62D-8E20-4A95-82CA-B38828126FE2}"/>
              </a:ext>
            </a:extLst>
          </p:cNvPr>
          <p:cNvSpPr/>
          <p:nvPr/>
        </p:nvSpPr>
        <p:spPr>
          <a:xfrm>
            <a:off x="7649015" y="5660566"/>
            <a:ext cx="362857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FB96DFF-6308-4C06-B413-47E14E571C59}"/>
              </a:ext>
            </a:extLst>
          </p:cNvPr>
          <p:cNvSpPr/>
          <p:nvPr/>
        </p:nvSpPr>
        <p:spPr>
          <a:xfrm>
            <a:off x="8069928" y="5660566"/>
            <a:ext cx="544286" cy="3338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DB81FBC-6162-40C6-A4C9-25FF485C2EA2}"/>
              </a:ext>
            </a:extLst>
          </p:cNvPr>
          <p:cNvSpPr/>
          <p:nvPr/>
        </p:nvSpPr>
        <p:spPr>
          <a:xfrm>
            <a:off x="3621313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B1ECAF38-FFAA-41B1-B6FB-C31E31FD6DB5}"/>
              </a:ext>
            </a:extLst>
          </p:cNvPr>
          <p:cNvSpPr/>
          <p:nvPr/>
        </p:nvSpPr>
        <p:spPr>
          <a:xfrm>
            <a:off x="4042226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74CDFBE-9431-4017-8981-5CAC1492ED43}"/>
              </a:ext>
            </a:extLst>
          </p:cNvPr>
          <p:cNvSpPr/>
          <p:nvPr/>
        </p:nvSpPr>
        <p:spPr>
          <a:xfrm>
            <a:off x="4463139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F482D84E-C59F-4E48-959C-2B2698410675}"/>
              </a:ext>
            </a:extLst>
          </p:cNvPr>
          <p:cNvSpPr/>
          <p:nvPr/>
        </p:nvSpPr>
        <p:spPr>
          <a:xfrm>
            <a:off x="4884052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4686DB4-9265-490B-9C0E-A806D8A3801C}"/>
              </a:ext>
            </a:extLst>
          </p:cNvPr>
          <p:cNvSpPr/>
          <p:nvPr/>
        </p:nvSpPr>
        <p:spPr>
          <a:xfrm>
            <a:off x="5304965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8C30AC7-544D-44DD-94BB-F35B3062DDEA}"/>
              </a:ext>
            </a:extLst>
          </p:cNvPr>
          <p:cNvSpPr/>
          <p:nvPr/>
        </p:nvSpPr>
        <p:spPr>
          <a:xfrm>
            <a:off x="5725878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F248F0D-3E9C-47F5-8577-ED661D4D5060}"/>
              </a:ext>
            </a:extLst>
          </p:cNvPr>
          <p:cNvSpPr/>
          <p:nvPr/>
        </p:nvSpPr>
        <p:spPr>
          <a:xfrm>
            <a:off x="6146791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4B0BE427-E6AE-41AC-A8C1-CC290453C813}"/>
              </a:ext>
            </a:extLst>
          </p:cNvPr>
          <p:cNvSpPr/>
          <p:nvPr/>
        </p:nvSpPr>
        <p:spPr>
          <a:xfrm>
            <a:off x="6567704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A9C38C5-40FD-4470-B4F8-5EE619F7041C}"/>
              </a:ext>
            </a:extLst>
          </p:cNvPr>
          <p:cNvSpPr/>
          <p:nvPr/>
        </p:nvSpPr>
        <p:spPr>
          <a:xfrm>
            <a:off x="6988617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2DC29477-DDCA-490D-B195-9AD23482B670}"/>
              </a:ext>
            </a:extLst>
          </p:cNvPr>
          <p:cNvSpPr/>
          <p:nvPr/>
        </p:nvSpPr>
        <p:spPr>
          <a:xfrm>
            <a:off x="7409530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9611B54-B01F-4AEF-BC11-6EF9B9A69237}"/>
              </a:ext>
            </a:extLst>
          </p:cNvPr>
          <p:cNvSpPr/>
          <p:nvPr/>
        </p:nvSpPr>
        <p:spPr>
          <a:xfrm>
            <a:off x="7830443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3C9453D-49FE-4DCA-9480-356B3A620B49}"/>
              </a:ext>
            </a:extLst>
          </p:cNvPr>
          <p:cNvSpPr/>
          <p:nvPr/>
        </p:nvSpPr>
        <p:spPr>
          <a:xfrm>
            <a:off x="8251356" y="4245426"/>
            <a:ext cx="362857" cy="18142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8B28D9E-A91C-4F8D-BE3C-0942D5070BA3}"/>
              </a:ext>
            </a:extLst>
          </p:cNvPr>
          <p:cNvSpPr txBox="1"/>
          <p:nvPr/>
        </p:nvSpPr>
        <p:spPr>
          <a:xfrm>
            <a:off x="6872505" y="797510"/>
            <a:ext cx="4626388" cy="51552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pt-BR" sz="2800" dirty="0">
                <a:solidFill>
                  <a:schemeClr val="bg1"/>
                </a:solidFill>
                <a:latin typeface="Bebas Neue" panose="020B0606020202050201" pitchFamily="34" charset="0"/>
              </a:rPr>
              <a:t>Dificuldade de ensino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pt-BR" sz="2800" dirty="0">
                <a:solidFill>
                  <a:schemeClr val="bg1"/>
                </a:solidFill>
                <a:latin typeface="Bebas Neue" panose="020B0606020202050201" pitchFamily="34" charset="0"/>
              </a:rPr>
              <a:t>Isolamento das crianças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pt-BR" sz="2800" dirty="0">
                <a:solidFill>
                  <a:schemeClr val="bg1"/>
                </a:solidFill>
                <a:latin typeface="Bebas Neue" panose="020B0606020202050201" pitchFamily="34" charset="0"/>
              </a:rPr>
              <a:t>Falta de ludicidade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pt-BR" sz="2800" dirty="0">
                <a:solidFill>
                  <a:schemeClr val="bg1"/>
                </a:solidFill>
                <a:latin typeface="Bebas Neue" panose="020B0606020202050201" pitchFamily="34" charset="0"/>
              </a:rPr>
              <a:t>Longos períodos de internamento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pt-BR" sz="2800" dirty="0">
                <a:solidFill>
                  <a:schemeClr val="bg1"/>
                </a:solidFill>
                <a:latin typeface="Bebas Neue" panose="020B0606020202050201" pitchFamily="34" charset="0"/>
              </a:rPr>
              <a:t>Déficit de profissionais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pt-BR" sz="2800" dirty="0">
                <a:solidFill>
                  <a:schemeClr val="bg1"/>
                </a:solidFill>
                <a:latin typeface="Bebas Neue" panose="020B0606020202050201" pitchFamily="34" charset="0"/>
              </a:rPr>
              <a:t>Saúde mental infantil</a:t>
            </a:r>
          </a:p>
        </p:txBody>
      </p:sp>
    </p:spTree>
    <p:extLst>
      <p:ext uri="{BB962C8B-B14F-4D97-AF65-F5344CB8AC3E}">
        <p14:creationId xmlns:p14="http://schemas.microsoft.com/office/powerpoint/2010/main" val="4215737250"/>
      </p:ext>
    </p:extLst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9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0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7" presetClass="emph" presetSubtype="0" fill="remove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7" presetClass="emph" presetSubtype="0" fill="remove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7" presetClass="emph" presetSubtype="0" fill="remove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24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5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7" presetClass="emph" presetSubtype="0" fill="remove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29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7" presetClass="emph" presetSubtype="0" fill="remove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34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35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7" presetClass="emph" presetSubtype="0" fill="remove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39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40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7" presetClass="emph" presetSubtype="0" fill="remove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44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45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7" presetClass="emph" presetSubtype="0" fill="remove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3" dur="2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 0 L -0.25 0 E" pathEditMode="relative" ptsTypes="">
                                      <p:cBhvr>
                                        <p:cTn id="55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35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7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35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35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35" presetClass="path" presetSubtype="0" accel="50000" decel="5000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35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35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35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1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9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1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7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9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41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43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45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47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49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51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53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55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57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35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59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 animBg="1"/>
      <p:bldP spid="3" grpId="0" animBg="1"/>
      <p:bldP spid="4" grpId="0" animBg="1"/>
      <p:bldP spid="5" grpId="0" animBg="1"/>
      <p:bldP spid="5" grpId="1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2" grpId="1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2" grpId="0" animBg="1"/>
      <p:bldP spid="23" grpId="0" animBg="1"/>
      <p:bldP spid="24" grpId="0" animBg="1"/>
      <p:bldP spid="25" grpId="0" animBg="1"/>
      <p:bldP spid="39" grpId="0" animBg="1"/>
      <p:bldP spid="39" grpId="1" animBg="1"/>
      <p:bldP spid="40" grpId="0" animBg="1"/>
      <p:bldP spid="41" grpId="0" animBg="1"/>
      <p:bldP spid="42" grpId="0" animBg="1"/>
      <p:bldP spid="43" grpId="0" animBg="1"/>
      <p:bldP spid="43" grpId="1" animBg="1"/>
      <p:bldP spid="44" grpId="0" animBg="1"/>
      <p:bldP spid="45" grpId="0" animBg="1"/>
      <p:bldP spid="46" grpId="0" animBg="1"/>
      <p:bldP spid="46" grpId="1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3" grpId="1" animBg="1"/>
      <p:bldP spid="53" grpId="2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6" grpId="1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C2A76D6-37D1-4E2B-BEA4-450CD4291667}"/>
              </a:ext>
            </a:extLst>
          </p:cNvPr>
          <p:cNvSpPr/>
          <p:nvPr/>
        </p:nvSpPr>
        <p:spPr>
          <a:xfrm>
            <a:off x="-1803" y="0"/>
            <a:ext cx="12230283" cy="6877681"/>
          </a:xfrm>
          <a:custGeom>
            <a:avLst/>
            <a:gdLst>
              <a:gd name="connsiteX0" fmla="*/ 0 w 5173792"/>
              <a:gd name="connsiteY0" fmla="*/ 0 h 6845024"/>
              <a:gd name="connsiteX1" fmla="*/ 5173792 w 5173792"/>
              <a:gd name="connsiteY1" fmla="*/ 0 h 6845024"/>
              <a:gd name="connsiteX2" fmla="*/ 2458916 w 5173792"/>
              <a:gd name="connsiteY2" fmla="*/ 6845024 h 6845024"/>
              <a:gd name="connsiteX3" fmla="*/ 0 w 5173792"/>
              <a:gd name="connsiteY3" fmla="*/ 6845024 h 6845024"/>
              <a:gd name="connsiteX0" fmla="*/ 0 w 5173792"/>
              <a:gd name="connsiteY0" fmla="*/ 0 h 6877681"/>
              <a:gd name="connsiteX1" fmla="*/ 5173792 w 5173792"/>
              <a:gd name="connsiteY1" fmla="*/ 0 h 6877681"/>
              <a:gd name="connsiteX2" fmla="*/ 5156073 w 5173792"/>
              <a:gd name="connsiteY2" fmla="*/ 6877681 h 6877681"/>
              <a:gd name="connsiteX3" fmla="*/ 0 w 5173792"/>
              <a:gd name="connsiteY3" fmla="*/ 6845024 h 6877681"/>
              <a:gd name="connsiteX4" fmla="*/ 0 w 5173792"/>
              <a:gd name="connsiteY4" fmla="*/ 0 h 6877681"/>
              <a:gd name="connsiteX0" fmla="*/ 0 w 5189270"/>
              <a:gd name="connsiteY0" fmla="*/ 0 h 6877681"/>
              <a:gd name="connsiteX1" fmla="*/ 5173792 w 5189270"/>
              <a:gd name="connsiteY1" fmla="*/ 0 h 6877681"/>
              <a:gd name="connsiteX2" fmla="*/ 5188404 w 5189270"/>
              <a:gd name="connsiteY2" fmla="*/ 6877681 h 6877681"/>
              <a:gd name="connsiteX3" fmla="*/ 0 w 5189270"/>
              <a:gd name="connsiteY3" fmla="*/ 6845024 h 6877681"/>
              <a:gd name="connsiteX4" fmla="*/ 0 w 5189270"/>
              <a:gd name="connsiteY4" fmla="*/ 0 h 6877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9270" h="6877681">
                <a:moveTo>
                  <a:pt x="0" y="0"/>
                </a:moveTo>
                <a:lnTo>
                  <a:pt x="5173792" y="0"/>
                </a:lnTo>
                <a:cubicBezTo>
                  <a:pt x="5167886" y="2292560"/>
                  <a:pt x="5194310" y="4585121"/>
                  <a:pt x="5188404" y="6877681"/>
                </a:cubicBezTo>
                <a:lnTo>
                  <a:pt x="0" y="6845024"/>
                </a:lnTo>
                <a:lnTo>
                  <a:pt x="0" y="0"/>
                </a:lnTo>
                <a:close/>
              </a:path>
            </a:pathLst>
          </a:custGeom>
          <a:solidFill>
            <a:srgbClr val="FFD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EF7B7DE-8F4C-49CD-AAC2-97CB8F1F47D0}"/>
              </a:ext>
            </a:extLst>
          </p:cNvPr>
          <p:cNvSpPr/>
          <p:nvPr/>
        </p:nvSpPr>
        <p:spPr>
          <a:xfrm>
            <a:off x="6096000" y="1703438"/>
            <a:ext cx="6132480" cy="3451123"/>
          </a:xfrm>
          <a:prstGeom prst="rect">
            <a:avLst/>
          </a:prstGeom>
          <a:solidFill>
            <a:srgbClr val="E66E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73ADC49F-FE73-4886-B891-4B114D8BE529}"/>
              </a:ext>
            </a:extLst>
          </p:cNvPr>
          <p:cNvSpPr txBox="1"/>
          <p:nvPr/>
        </p:nvSpPr>
        <p:spPr>
          <a:xfrm>
            <a:off x="471948" y="2359742"/>
            <a:ext cx="7252647" cy="2300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d-ID" dirty="0"/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0D83986E-DF71-4041-9A99-314B5F8B8DDB}"/>
              </a:ext>
            </a:extLst>
          </p:cNvPr>
          <p:cNvSpPr/>
          <p:nvPr/>
        </p:nvSpPr>
        <p:spPr>
          <a:xfrm rot="5400000">
            <a:off x="-391742" y="370259"/>
            <a:ext cx="6877681" cy="6097805"/>
          </a:xfrm>
          <a:prstGeom prst="trapezoid">
            <a:avLst>
              <a:gd name="adj" fmla="val 28123"/>
            </a:avLst>
          </a:prstGeom>
          <a:solidFill>
            <a:srgbClr val="E66E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B179B88-B2A5-42F6-8B6F-F47A158EC025}"/>
              </a:ext>
            </a:extLst>
          </p:cNvPr>
          <p:cNvSpPr txBox="1"/>
          <p:nvPr/>
        </p:nvSpPr>
        <p:spPr>
          <a:xfrm>
            <a:off x="539779" y="609596"/>
            <a:ext cx="5187173" cy="5619129"/>
          </a:xfrm>
          <a:prstGeom prst="rect">
            <a:avLst/>
          </a:prstGeom>
          <a:noFill/>
        </p:spPr>
        <p:txBody>
          <a:bodyPr wrap="square" rtlCol="0">
            <a:prstTxWarp prst="textFadeRight">
              <a:avLst>
                <a:gd name="adj" fmla="val 24505"/>
              </a:avLst>
            </a:prstTxWarp>
            <a:spAutoFit/>
          </a:bodyPr>
          <a:lstStyle/>
          <a:p>
            <a:pPr algn="ctr"/>
            <a:r>
              <a:rPr lang="pt-BR" sz="8000" dirty="0">
                <a:solidFill>
                  <a:schemeClr val="bg1"/>
                </a:solidFill>
                <a:latin typeface="Bebas Neue" panose="020B0606020202050201" pitchFamily="34" charset="0"/>
              </a:rPr>
              <a:t>Como poderíamos ajudar?</a:t>
            </a:r>
            <a:endParaRPr lang="id-ID" sz="8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693BA85B-95D1-4EC6-AF0E-42BB54219779}"/>
              </a:ext>
            </a:extLst>
          </p:cNvPr>
          <p:cNvSpPr/>
          <p:nvPr/>
        </p:nvSpPr>
        <p:spPr>
          <a:xfrm>
            <a:off x="6726834" y="2774534"/>
            <a:ext cx="4621834" cy="546320"/>
          </a:xfrm>
          <a:prstGeom prst="roundRect">
            <a:avLst>
              <a:gd name="adj" fmla="val 3245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Bebas Neue" panose="020B0606020202050201" pitchFamily="34" charset="0"/>
              </a:rPr>
              <a:t>Humanização</a:t>
            </a:r>
            <a:endParaRPr lang="id-ID" sz="3600" dirty="0">
              <a:latin typeface="Bebas Neue" panose="020B0606020202050201" pitchFamily="34" charset="0"/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9BCA58F-0F45-4E3C-892E-804E4D957D8C}"/>
              </a:ext>
            </a:extLst>
          </p:cNvPr>
          <p:cNvSpPr/>
          <p:nvPr/>
        </p:nvSpPr>
        <p:spPr>
          <a:xfrm>
            <a:off x="6726834" y="3561115"/>
            <a:ext cx="4621834" cy="546320"/>
          </a:xfrm>
          <a:prstGeom prst="roundRect">
            <a:avLst>
              <a:gd name="adj" fmla="val 3245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Bebas Neue" panose="020B0606020202050201" pitchFamily="34" charset="0"/>
              </a:rPr>
              <a:t>aprendizado</a:t>
            </a:r>
            <a:endParaRPr lang="id-ID" sz="3600" dirty="0">
              <a:latin typeface="Bebas Neue" panose="020B0606020202050201" pitchFamily="34" charset="0"/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6E4DF938-A5B5-4A5A-9EE5-0863C48A9593}"/>
              </a:ext>
            </a:extLst>
          </p:cNvPr>
          <p:cNvSpPr/>
          <p:nvPr/>
        </p:nvSpPr>
        <p:spPr>
          <a:xfrm>
            <a:off x="6726834" y="4347695"/>
            <a:ext cx="4621834" cy="546320"/>
          </a:xfrm>
          <a:prstGeom prst="roundRect">
            <a:avLst>
              <a:gd name="adj" fmla="val 32456"/>
            </a:avLst>
          </a:prstGeom>
          <a:solidFill>
            <a:srgbClr val="954E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Bebas Neue" panose="020B0606020202050201" pitchFamily="34" charset="0"/>
              </a:rPr>
              <a:t>leitura</a:t>
            </a:r>
            <a:endParaRPr lang="id-ID" sz="3600" dirty="0">
              <a:latin typeface="Bebas Neue" panose="020B0606020202050201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1630C4-35B3-4A62-B843-CEC8B8E41F5F}"/>
              </a:ext>
            </a:extLst>
          </p:cNvPr>
          <p:cNvSpPr/>
          <p:nvPr/>
        </p:nvSpPr>
        <p:spPr>
          <a:xfrm>
            <a:off x="6726834" y="1987953"/>
            <a:ext cx="4621834" cy="546320"/>
          </a:xfrm>
          <a:prstGeom prst="roundRect">
            <a:avLst>
              <a:gd name="adj" fmla="val 32456"/>
            </a:avLst>
          </a:prstGeom>
          <a:solidFill>
            <a:srgbClr val="FFC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000" dirty="0">
              <a:latin typeface="Bebas Neue" panose="020B0606020202050201" pitchFamily="34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DDCD3E0-11C5-4A73-86C0-BC731AAD134E}"/>
              </a:ext>
            </a:extLst>
          </p:cNvPr>
          <p:cNvSpPr/>
          <p:nvPr/>
        </p:nvSpPr>
        <p:spPr>
          <a:xfrm>
            <a:off x="6726834" y="1994389"/>
            <a:ext cx="4621834" cy="572148"/>
          </a:xfrm>
          <a:prstGeom prst="roundRect">
            <a:avLst>
              <a:gd name="adj" fmla="val 32456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Bebas Neue" panose="020B0606020202050201" pitchFamily="34" charset="0"/>
              </a:rPr>
              <a:t>Apoio ao ensino</a:t>
            </a:r>
            <a:endParaRPr lang="id-ID" sz="3600" dirty="0"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8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 animBg="1"/>
      <p:bldP spid="92" grpId="0" animBg="1"/>
      <p:bldP spid="6" grpId="0" animBg="1"/>
      <p:bldP spid="9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1255960F-38B9-4D24-B9DD-2174068894A1}"/>
              </a:ext>
            </a:extLst>
          </p:cNvPr>
          <p:cNvSpPr/>
          <p:nvPr/>
        </p:nvSpPr>
        <p:spPr>
          <a:xfrm>
            <a:off x="5449207" y="2754993"/>
            <a:ext cx="2946400" cy="2540000"/>
          </a:xfrm>
          <a:prstGeom prst="triangle">
            <a:avLst/>
          </a:prstGeom>
          <a:solidFill>
            <a:srgbClr val="217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18BA401-04A9-4149-A0ED-64BD672E3D78}"/>
              </a:ext>
            </a:extLst>
          </p:cNvPr>
          <p:cNvSpPr/>
          <p:nvPr/>
        </p:nvSpPr>
        <p:spPr>
          <a:xfrm>
            <a:off x="4571092" y="2754993"/>
            <a:ext cx="2946400" cy="2540000"/>
          </a:xfrm>
          <a:prstGeom prst="triangle">
            <a:avLst/>
          </a:prstGeom>
          <a:solidFill>
            <a:srgbClr val="5BB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4314B1F9-16EB-4DF2-8010-2B564A3790BC}"/>
              </a:ext>
            </a:extLst>
          </p:cNvPr>
          <p:cNvSpPr/>
          <p:nvPr/>
        </p:nvSpPr>
        <p:spPr>
          <a:xfrm>
            <a:off x="3692977" y="2754993"/>
            <a:ext cx="2946400" cy="2540000"/>
          </a:xfrm>
          <a:prstGeom prst="triangle">
            <a:avLst/>
          </a:prstGeom>
          <a:solidFill>
            <a:srgbClr val="CF0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BE44E7-6247-407B-A677-957B87590C20}"/>
              </a:ext>
            </a:extLst>
          </p:cNvPr>
          <p:cNvSpPr txBox="1"/>
          <p:nvPr/>
        </p:nvSpPr>
        <p:spPr>
          <a:xfrm>
            <a:off x="3162300" y="5505450"/>
            <a:ext cx="565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>
                <a:solidFill>
                  <a:schemeClr val="bg1"/>
                </a:solidFill>
                <a:latin typeface="Bebas Neue" panose="020B0606020202050201" pitchFamily="34" charset="0"/>
              </a:rPr>
              <a:t>arquitetura</a:t>
            </a:r>
            <a:endParaRPr lang="id-ID" sz="48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12F67BD-184E-42E6-87D5-06465FBCFFE8}"/>
              </a:ext>
            </a:extLst>
          </p:cNvPr>
          <p:cNvCxnSpPr>
            <a:cxnSpLocks/>
          </p:cNvCxnSpPr>
          <p:nvPr/>
        </p:nvCxnSpPr>
        <p:spPr>
          <a:xfrm>
            <a:off x="6991350" y="2324100"/>
            <a:ext cx="2190750" cy="1104900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0B1B0B1-AA2E-4988-92B6-0CCC60E1DD9A}"/>
              </a:ext>
            </a:extLst>
          </p:cNvPr>
          <p:cNvSpPr txBox="1"/>
          <p:nvPr/>
        </p:nvSpPr>
        <p:spPr>
          <a:xfrm>
            <a:off x="9205688" y="3047479"/>
            <a:ext cx="196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Agency FB" panose="020B0503020202020204" pitchFamily="34" charset="0"/>
              </a:rPr>
              <a:t>Diagrama</a:t>
            </a:r>
            <a:endParaRPr lang="id-ID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812AA01-AE58-481D-BC94-1D68CA366D32}"/>
              </a:ext>
            </a:extLst>
          </p:cNvPr>
          <p:cNvCxnSpPr>
            <a:cxnSpLocks/>
          </p:cNvCxnSpPr>
          <p:nvPr/>
        </p:nvCxnSpPr>
        <p:spPr>
          <a:xfrm flipH="1">
            <a:off x="2814862" y="2324100"/>
            <a:ext cx="2190750" cy="1104900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485A7A-E664-4112-9092-042CC7BF0F40}"/>
              </a:ext>
            </a:extLst>
          </p:cNvPr>
          <p:cNvSpPr txBox="1"/>
          <p:nvPr/>
        </p:nvSpPr>
        <p:spPr>
          <a:xfrm>
            <a:off x="139698" y="3039389"/>
            <a:ext cx="294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gency FB" panose="020B0503020202020204" pitchFamily="34" charset="0"/>
              </a:rPr>
              <a:t>Motivo da escolha</a:t>
            </a:r>
            <a:endParaRPr lang="id-ID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9B08C7-B12F-4910-9EB2-1919956D6ACB}"/>
              </a:ext>
            </a:extLst>
          </p:cNvPr>
          <p:cNvCxnSpPr>
            <a:cxnSpLocks/>
          </p:cNvCxnSpPr>
          <p:nvPr/>
        </p:nvCxnSpPr>
        <p:spPr>
          <a:xfrm flipV="1">
            <a:off x="6044292" y="1638300"/>
            <a:ext cx="0" cy="685800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7DC4D1F-1FD5-4EE2-9B38-35919A0BEFCB}"/>
              </a:ext>
            </a:extLst>
          </p:cNvPr>
          <p:cNvSpPr txBox="1"/>
          <p:nvPr/>
        </p:nvSpPr>
        <p:spPr>
          <a:xfrm>
            <a:off x="5070927" y="948296"/>
            <a:ext cx="196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gency FB" panose="020B0503020202020204" pitchFamily="34" charset="0"/>
              </a:rPr>
              <a:t>Explicação</a:t>
            </a:r>
            <a:endParaRPr lang="id-ID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67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35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85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3" grpId="0"/>
      <p:bldP spid="15" grpId="0"/>
      <p:bldP spid="18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1255960F-38B9-4D24-B9DD-2174068894A1}"/>
              </a:ext>
            </a:extLst>
          </p:cNvPr>
          <p:cNvSpPr/>
          <p:nvPr/>
        </p:nvSpPr>
        <p:spPr>
          <a:xfrm rot="5400000" flipH="1">
            <a:off x="8456882" y="2082783"/>
            <a:ext cx="584775" cy="504116"/>
          </a:xfrm>
          <a:prstGeom prst="triangle">
            <a:avLst/>
          </a:prstGeom>
          <a:solidFill>
            <a:srgbClr val="217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18BA401-04A9-4149-A0ED-64BD672E3D78}"/>
              </a:ext>
            </a:extLst>
          </p:cNvPr>
          <p:cNvSpPr/>
          <p:nvPr/>
        </p:nvSpPr>
        <p:spPr>
          <a:xfrm rot="5400000" flipH="1">
            <a:off x="4718090" y="2082783"/>
            <a:ext cx="584775" cy="504116"/>
          </a:xfrm>
          <a:prstGeom prst="triangle">
            <a:avLst/>
          </a:prstGeom>
          <a:solidFill>
            <a:srgbClr val="5BB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4314B1F9-16EB-4DF2-8010-2B564A3790BC}"/>
              </a:ext>
            </a:extLst>
          </p:cNvPr>
          <p:cNvSpPr/>
          <p:nvPr/>
        </p:nvSpPr>
        <p:spPr>
          <a:xfrm rot="5400000" flipH="1">
            <a:off x="979301" y="2082783"/>
            <a:ext cx="584775" cy="504116"/>
          </a:xfrm>
          <a:prstGeom prst="triangle">
            <a:avLst/>
          </a:prstGeom>
          <a:solidFill>
            <a:srgbClr val="CF0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BE44E7-6247-407B-A677-957B87590C20}"/>
              </a:ext>
            </a:extLst>
          </p:cNvPr>
          <p:cNvSpPr txBox="1"/>
          <p:nvPr/>
        </p:nvSpPr>
        <p:spPr>
          <a:xfrm>
            <a:off x="3267075" y="611112"/>
            <a:ext cx="565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 err="1">
                <a:latin typeface="Bebas Neue" panose="020B0606020202050201" pitchFamily="34" charset="0"/>
              </a:rPr>
              <a:t>ARquitetura</a:t>
            </a:r>
            <a:endParaRPr lang="id-ID" sz="4800" dirty="0">
              <a:latin typeface="Bebas Neue" panose="020B0606020202050201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B1B0B1-AA2E-4988-92B6-0CCC60E1DD9A}"/>
              </a:ext>
            </a:extLst>
          </p:cNvPr>
          <p:cNvSpPr txBox="1"/>
          <p:nvPr/>
        </p:nvSpPr>
        <p:spPr>
          <a:xfrm>
            <a:off x="9210221" y="2042454"/>
            <a:ext cx="1458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17099"/>
                </a:solidFill>
                <a:latin typeface="Agency FB" panose="020B0503020202020204" pitchFamily="34" charset="0"/>
              </a:rPr>
              <a:t>Diagrama</a:t>
            </a:r>
            <a:endParaRPr lang="id-ID" sz="3200" dirty="0">
              <a:solidFill>
                <a:srgbClr val="217099"/>
              </a:solidFill>
              <a:latin typeface="Agency FB" panose="020B0503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485A7A-E664-4112-9092-042CC7BF0F40}"/>
              </a:ext>
            </a:extLst>
          </p:cNvPr>
          <p:cNvSpPr txBox="1"/>
          <p:nvPr/>
        </p:nvSpPr>
        <p:spPr>
          <a:xfrm>
            <a:off x="1732640" y="2042454"/>
            <a:ext cx="2614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CF0F1C"/>
                </a:solidFill>
                <a:latin typeface="Agency FB" panose="020B0503020202020204" pitchFamily="34" charset="0"/>
              </a:rPr>
              <a:t>Motivo da escolha</a:t>
            </a:r>
            <a:endParaRPr lang="id-ID" sz="3200" dirty="0">
              <a:solidFill>
                <a:srgbClr val="CF0F1C"/>
              </a:solidFill>
              <a:latin typeface="Agency FB" panose="020B0503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DC4D1F-1FD5-4EE2-9B38-35919A0BEFCB}"/>
              </a:ext>
            </a:extLst>
          </p:cNvPr>
          <p:cNvSpPr txBox="1"/>
          <p:nvPr/>
        </p:nvSpPr>
        <p:spPr>
          <a:xfrm>
            <a:off x="5471429" y="2042454"/>
            <a:ext cx="196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5BB93D"/>
                </a:solidFill>
                <a:latin typeface="Agency FB" panose="020B0503020202020204" pitchFamily="34" charset="0"/>
              </a:rPr>
              <a:t>Explicação</a:t>
            </a:r>
            <a:endParaRPr lang="id-ID" sz="3200" dirty="0">
              <a:solidFill>
                <a:srgbClr val="5BB93D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1B2BB9-5F40-4A7E-B365-CB1954596B11}"/>
              </a:ext>
            </a:extLst>
          </p:cNvPr>
          <p:cNvSpPr/>
          <p:nvPr/>
        </p:nvSpPr>
        <p:spPr>
          <a:xfrm>
            <a:off x="1019630" y="3028950"/>
            <a:ext cx="3327358" cy="2876550"/>
          </a:xfrm>
          <a:prstGeom prst="roundRect">
            <a:avLst>
              <a:gd name="adj" fmla="val 8089"/>
            </a:avLst>
          </a:prstGeom>
          <a:solidFill>
            <a:srgbClr val="CF0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gency FB" panose="020B0503020202020204" pitchFamily="34" charset="0"/>
              <a:buChar char="¤"/>
            </a:pPr>
            <a:r>
              <a:rPr lang="pt-BR" sz="2400" dirty="0">
                <a:latin typeface="Agency FB" panose="020B0503020202020204" pitchFamily="34" charset="0"/>
              </a:rPr>
              <a:t>Escalabilidade</a:t>
            </a:r>
          </a:p>
          <a:p>
            <a:pPr marL="342900" indent="-342900">
              <a:buFont typeface="Agency FB" panose="020B0503020202020204" pitchFamily="34" charset="0"/>
              <a:buChar char="¤"/>
            </a:pPr>
            <a:r>
              <a:rPr lang="pt-BR" sz="2400" dirty="0">
                <a:latin typeface="Agency FB" panose="020B0503020202020204" pitchFamily="34" charset="0"/>
              </a:rPr>
              <a:t>Estabilidade</a:t>
            </a:r>
          </a:p>
          <a:p>
            <a:pPr marL="342900" indent="-342900">
              <a:buFont typeface="Agency FB" panose="020B0503020202020204" pitchFamily="34" charset="0"/>
              <a:buChar char="¤"/>
            </a:pPr>
            <a:r>
              <a:rPr lang="pt-BR" sz="2400" dirty="0" err="1">
                <a:latin typeface="Agency FB" panose="020B0503020202020204" pitchFamily="34" charset="0"/>
              </a:rPr>
              <a:t>Manutenilidade</a:t>
            </a:r>
            <a:endParaRPr lang="pt-BR" sz="2400" dirty="0">
              <a:latin typeface="Agency FB" panose="020B0503020202020204" pitchFamily="34" charset="0"/>
            </a:endParaRPr>
          </a:p>
          <a:p>
            <a:pPr marL="342900" indent="-342900">
              <a:buFont typeface="Agency FB" panose="020B0503020202020204" pitchFamily="34" charset="0"/>
              <a:buChar char="¤"/>
            </a:pPr>
            <a:r>
              <a:rPr lang="pt-BR" sz="2400" dirty="0">
                <a:latin typeface="Agency FB" panose="020B0503020202020204" pitchFamily="34" charset="0"/>
              </a:rPr>
              <a:t>Segurança</a:t>
            </a:r>
          </a:p>
          <a:p>
            <a:pPr marL="342900" indent="-342900">
              <a:buFont typeface="Agency FB" panose="020B0503020202020204" pitchFamily="34" charset="0"/>
              <a:buChar char="¤"/>
            </a:pPr>
            <a:r>
              <a:rPr lang="pt-BR" sz="2400" dirty="0">
                <a:latin typeface="Agency FB" panose="020B0503020202020204" pitchFamily="34" charset="0"/>
              </a:rPr>
              <a:t>Desenvolvimento paralelo </a:t>
            </a:r>
            <a:endParaRPr lang="id-ID" sz="2400" dirty="0">
              <a:latin typeface="Agency FB" panose="020B0503020202020204" pitchFamily="34" charset="0"/>
            </a:endParaRPr>
          </a:p>
          <a:p>
            <a:pPr marL="342900" indent="-342900">
              <a:buFont typeface="Agency FB" panose="020B0503020202020204" pitchFamily="34" charset="0"/>
              <a:buChar char="¤"/>
            </a:pPr>
            <a:r>
              <a:rPr lang="pt-BR" sz="2400" dirty="0" err="1">
                <a:latin typeface="Agency FB" panose="020B0503020202020204" pitchFamily="34" charset="0"/>
              </a:rPr>
              <a:t>Independicia</a:t>
            </a:r>
            <a:r>
              <a:rPr lang="pt-BR" sz="2400" dirty="0">
                <a:latin typeface="Agency FB" panose="020B0503020202020204" pitchFamily="34" charset="0"/>
              </a:rPr>
              <a:t> de tecnologia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D0757B-C7C1-4402-BEEA-FD115A51194A}"/>
              </a:ext>
            </a:extLst>
          </p:cNvPr>
          <p:cNvSpPr/>
          <p:nvPr/>
        </p:nvSpPr>
        <p:spPr>
          <a:xfrm>
            <a:off x="4758419" y="3028950"/>
            <a:ext cx="3327358" cy="2876550"/>
          </a:xfrm>
          <a:prstGeom prst="roundRect">
            <a:avLst>
              <a:gd name="adj" fmla="val 7585"/>
            </a:avLst>
          </a:prstGeom>
          <a:solidFill>
            <a:srgbClr val="5BB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dirty="0">
                <a:latin typeface="Agency FB" panose="020B0503020202020204" pitchFamily="34" charset="0"/>
              </a:rPr>
              <a:t>Arquitetura foca na divisão do sistema em responsabilidades distintas e a separação do núcleo do sistema e ferramentas externas, além da proteção de dados.</a:t>
            </a:r>
            <a:endParaRPr lang="id-ID" sz="2400" dirty="0">
              <a:latin typeface="Agency FB" panose="020B0503020202020204" pitchFamily="34" charset="0"/>
            </a:endParaRP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5752CBF7-0A7C-41FD-9307-84E9BD9035B8}"/>
              </a:ext>
            </a:extLst>
          </p:cNvPr>
          <p:cNvGrpSpPr/>
          <p:nvPr/>
        </p:nvGrpSpPr>
        <p:grpSpPr>
          <a:xfrm>
            <a:off x="8497208" y="3028950"/>
            <a:ext cx="3196422" cy="2876550"/>
            <a:chOff x="8497208" y="3028950"/>
            <a:chExt cx="3196422" cy="287655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DA3B188-4417-4898-B592-9E867EAFD504}"/>
                </a:ext>
              </a:extLst>
            </p:cNvPr>
            <p:cNvSpPr/>
            <p:nvPr/>
          </p:nvSpPr>
          <p:spPr>
            <a:xfrm>
              <a:off x="8497208" y="3028950"/>
              <a:ext cx="3171370" cy="2876550"/>
            </a:xfrm>
            <a:prstGeom prst="roundRect">
              <a:avLst>
                <a:gd name="adj" fmla="val 8089"/>
              </a:avLst>
            </a:prstGeom>
            <a:solidFill>
              <a:srgbClr val="217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id-ID" sz="2400" dirty="0">
                <a:latin typeface="Agency FB" panose="020B0503020202020204" pitchFamily="34" charset="0"/>
              </a:endParaRP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2BF60065-58A3-4C3A-A473-F6FF30E5D397}"/>
                </a:ext>
              </a:extLst>
            </p:cNvPr>
            <p:cNvSpPr txBox="1"/>
            <p:nvPr/>
          </p:nvSpPr>
          <p:spPr>
            <a:xfrm>
              <a:off x="8538546" y="4070959"/>
              <a:ext cx="31550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Avançar para analise...</a:t>
              </a:r>
            </a:p>
          </p:txBody>
        </p:sp>
      </p:grpSp>
      <p:sp>
        <p:nvSpPr>
          <p:cNvPr id="19" name="Isosceles Triangle 1">
            <a:extLst>
              <a:ext uri="{FF2B5EF4-FFF2-40B4-BE49-F238E27FC236}">
                <a16:creationId xmlns:a16="http://schemas.microsoft.com/office/drawing/2014/main" id="{BB51984D-FF19-4BA9-B387-0C7E66C01127}"/>
              </a:ext>
            </a:extLst>
          </p:cNvPr>
          <p:cNvSpPr/>
          <p:nvPr/>
        </p:nvSpPr>
        <p:spPr>
          <a:xfrm rot="16200000" flipH="1">
            <a:off x="12430384" y="66667"/>
            <a:ext cx="584775" cy="504116"/>
          </a:xfrm>
          <a:prstGeom prst="triangle">
            <a:avLst/>
          </a:prstGeom>
          <a:solidFill>
            <a:srgbClr val="217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E53714A6-775A-49D6-A155-4EFD9D73229E}"/>
              </a:ext>
            </a:extLst>
          </p:cNvPr>
          <p:cNvSpPr txBox="1"/>
          <p:nvPr/>
        </p:nvSpPr>
        <p:spPr>
          <a:xfrm>
            <a:off x="10021251" y="-964558"/>
            <a:ext cx="1522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17099"/>
                </a:solidFill>
                <a:latin typeface="Agency FB" panose="020B0503020202020204" pitchFamily="34" charset="0"/>
              </a:rPr>
              <a:t>Diagrama</a:t>
            </a:r>
            <a:endParaRPr lang="id-ID" sz="3200" dirty="0">
              <a:solidFill>
                <a:srgbClr val="217099"/>
              </a:solidFill>
              <a:latin typeface="Agency FB" panose="020B0503020202020204" pitchFamily="34" charset="0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3FA0A032-A229-4ED9-96ED-C1EE0E19B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84" y="7381636"/>
            <a:ext cx="8579304" cy="571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44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5E937983-5293-49A1-9519-C6FB8637DE2D}"/>
              </a:ext>
            </a:extLst>
          </p:cNvPr>
          <p:cNvSpPr/>
          <p:nvPr/>
        </p:nvSpPr>
        <p:spPr>
          <a:xfrm rot="16200000" flipH="1">
            <a:off x="11490929" y="214477"/>
            <a:ext cx="584775" cy="504116"/>
          </a:xfrm>
          <a:prstGeom prst="triangle">
            <a:avLst/>
          </a:prstGeom>
          <a:solidFill>
            <a:srgbClr val="217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Isosceles Triangle 3">
            <a:extLst>
              <a:ext uri="{FF2B5EF4-FFF2-40B4-BE49-F238E27FC236}">
                <a16:creationId xmlns:a16="http://schemas.microsoft.com/office/drawing/2014/main" id="{497E50CC-B22C-410F-B46F-E550D8112AA3}"/>
              </a:ext>
            </a:extLst>
          </p:cNvPr>
          <p:cNvSpPr/>
          <p:nvPr/>
        </p:nvSpPr>
        <p:spPr>
          <a:xfrm rot="5400000" flipH="1">
            <a:off x="4718089" y="7873983"/>
            <a:ext cx="584775" cy="504116"/>
          </a:xfrm>
          <a:prstGeom prst="triangle">
            <a:avLst/>
          </a:prstGeom>
          <a:solidFill>
            <a:srgbClr val="5BB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Isosceles Triangle 4">
            <a:extLst>
              <a:ext uri="{FF2B5EF4-FFF2-40B4-BE49-F238E27FC236}">
                <a16:creationId xmlns:a16="http://schemas.microsoft.com/office/drawing/2014/main" id="{488850AB-D229-44CB-A01C-4F9BB6C645CF}"/>
              </a:ext>
            </a:extLst>
          </p:cNvPr>
          <p:cNvSpPr/>
          <p:nvPr/>
        </p:nvSpPr>
        <p:spPr>
          <a:xfrm rot="5400000" flipH="1">
            <a:off x="-4254909" y="2209783"/>
            <a:ext cx="584775" cy="504116"/>
          </a:xfrm>
          <a:prstGeom prst="triangle">
            <a:avLst/>
          </a:prstGeom>
          <a:solidFill>
            <a:srgbClr val="CF0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05D08873-CBA5-4209-8E07-464F7C6F030F}"/>
              </a:ext>
            </a:extLst>
          </p:cNvPr>
          <p:cNvSpPr txBox="1"/>
          <p:nvPr/>
        </p:nvSpPr>
        <p:spPr>
          <a:xfrm>
            <a:off x="3165475" y="-938288"/>
            <a:ext cx="565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>
                <a:latin typeface="Bebas Neue" panose="020B0606020202050201" pitchFamily="34" charset="0"/>
              </a:rPr>
              <a:t>Arquitetura</a:t>
            </a:r>
            <a:endParaRPr lang="id-ID" sz="4800" dirty="0">
              <a:latin typeface="Bebas Neue" panose="020B0606020202050201" pitchFamily="34" charset="0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E641964D-6B58-4386-A9D9-C9B24E224183}"/>
              </a:ext>
            </a:extLst>
          </p:cNvPr>
          <p:cNvSpPr txBox="1"/>
          <p:nvPr/>
        </p:nvSpPr>
        <p:spPr>
          <a:xfrm>
            <a:off x="10008724" y="145094"/>
            <a:ext cx="1522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217099"/>
                </a:solidFill>
                <a:latin typeface="Agency FB" panose="020B0503020202020204" pitchFamily="34" charset="0"/>
              </a:rPr>
              <a:t>Diagrama</a:t>
            </a:r>
            <a:endParaRPr lang="id-ID" sz="3200" dirty="0">
              <a:solidFill>
                <a:srgbClr val="217099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6F2D7222-0088-4DA3-8CEE-7C0BFFD98BD2}"/>
              </a:ext>
            </a:extLst>
          </p:cNvPr>
          <p:cNvSpPr txBox="1"/>
          <p:nvPr/>
        </p:nvSpPr>
        <p:spPr>
          <a:xfrm>
            <a:off x="-3501570" y="2169454"/>
            <a:ext cx="2614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CF0F1C"/>
                </a:solidFill>
                <a:latin typeface="Agency FB" panose="020B0503020202020204" pitchFamily="34" charset="0"/>
              </a:rPr>
              <a:t>Motivo da escolha</a:t>
            </a:r>
            <a:endParaRPr lang="id-ID" sz="3200" dirty="0">
              <a:solidFill>
                <a:srgbClr val="CF0F1C"/>
              </a:solidFill>
              <a:latin typeface="Agency FB" panose="020B0503020202020204" pitchFamily="34" charset="0"/>
            </a:endParaRP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0DDF2FC9-EA6B-4022-AA19-3A9C78451244}"/>
              </a:ext>
            </a:extLst>
          </p:cNvPr>
          <p:cNvSpPr txBox="1"/>
          <p:nvPr/>
        </p:nvSpPr>
        <p:spPr>
          <a:xfrm>
            <a:off x="5471428" y="7833654"/>
            <a:ext cx="196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5BB93D"/>
                </a:solidFill>
                <a:latin typeface="Agency FB" panose="020B0503020202020204" pitchFamily="34" charset="0"/>
              </a:rPr>
              <a:t>Explicação</a:t>
            </a:r>
            <a:endParaRPr lang="id-ID" sz="3200" dirty="0">
              <a:solidFill>
                <a:srgbClr val="5BB93D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Rectangle: Rounded Corners 5">
            <a:extLst>
              <a:ext uri="{FF2B5EF4-FFF2-40B4-BE49-F238E27FC236}">
                <a16:creationId xmlns:a16="http://schemas.microsoft.com/office/drawing/2014/main" id="{AED078A8-6F4E-4449-88DA-7FE68043BFF3}"/>
              </a:ext>
            </a:extLst>
          </p:cNvPr>
          <p:cNvSpPr/>
          <p:nvPr/>
        </p:nvSpPr>
        <p:spPr>
          <a:xfrm>
            <a:off x="-3501570" y="2932197"/>
            <a:ext cx="3171370" cy="2876550"/>
          </a:xfrm>
          <a:prstGeom prst="roundRect">
            <a:avLst>
              <a:gd name="adj" fmla="val 8089"/>
            </a:avLst>
          </a:prstGeom>
          <a:solidFill>
            <a:srgbClr val="CF0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800" dirty="0">
                <a:latin typeface="Agency FB" panose="020B0503020202020204" pitchFamily="34" charset="0"/>
              </a:rPr>
              <a:t>Add description here...</a:t>
            </a:r>
          </a:p>
        </p:txBody>
      </p:sp>
      <p:sp>
        <p:nvSpPr>
          <p:cNvPr id="10" name="Rectangle: Rounded Corners 19">
            <a:extLst>
              <a:ext uri="{FF2B5EF4-FFF2-40B4-BE49-F238E27FC236}">
                <a16:creationId xmlns:a16="http://schemas.microsoft.com/office/drawing/2014/main" id="{CA25C8FD-1FAD-4166-A479-9C74F25F4DE2}"/>
              </a:ext>
            </a:extLst>
          </p:cNvPr>
          <p:cNvSpPr/>
          <p:nvPr/>
        </p:nvSpPr>
        <p:spPr>
          <a:xfrm>
            <a:off x="4758419" y="10090150"/>
            <a:ext cx="3171370" cy="2876550"/>
          </a:xfrm>
          <a:prstGeom prst="roundRect">
            <a:avLst>
              <a:gd name="adj" fmla="val 7585"/>
            </a:avLst>
          </a:prstGeom>
          <a:solidFill>
            <a:srgbClr val="5BB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800" dirty="0">
                <a:latin typeface="Agency FB" panose="020B0503020202020204" pitchFamily="34" charset="0"/>
              </a:rPr>
              <a:t>Add description here...</a:t>
            </a:r>
          </a:p>
        </p:txBody>
      </p:sp>
      <p:sp>
        <p:nvSpPr>
          <p:cNvPr id="11" name="Rectangle: Rounded Corners 20">
            <a:extLst>
              <a:ext uri="{FF2B5EF4-FFF2-40B4-BE49-F238E27FC236}">
                <a16:creationId xmlns:a16="http://schemas.microsoft.com/office/drawing/2014/main" id="{C0775F53-C6F4-4344-A79B-09D9F9A92BA8}"/>
              </a:ext>
            </a:extLst>
          </p:cNvPr>
          <p:cNvSpPr/>
          <p:nvPr/>
        </p:nvSpPr>
        <p:spPr>
          <a:xfrm>
            <a:off x="12647498" y="3041649"/>
            <a:ext cx="3171370" cy="2876550"/>
          </a:xfrm>
          <a:prstGeom prst="roundRect">
            <a:avLst>
              <a:gd name="adj" fmla="val 8089"/>
            </a:avLst>
          </a:prstGeom>
          <a:solidFill>
            <a:srgbClr val="217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800" dirty="0">
                <a:latin typeface="Agency FB" panose="020B0503020202020204" pitchFamily="34" charset="0"/>
              </a:rPr>
              <a:t>Add description here...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F66A5B9-C264-4A05-8A7F-790649B0E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893154"/>
            <a:ext cx="8579304" cy="571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25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9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B608232-61D2-45CE-BC8F-1B0F6CC8A939}"/>
              </a:ext>
            </a:extLst>
          </p:cNvPr>
          <p:cNvSpPr/>
          <p:nvPr/>
        </p:nvSpPr>
        <p:spPr>
          <a:xfrm>
            <a:off x="0" y="5032487"/>
            <a:ext cx="12192000" cy="480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3EE3686-7F72-43AE-903F-8EEB1E97E879}"/>
              </a:ext>
            </a:extLst>
          </p:cNvPr>
          <p:cNvSpPr/>
          <p:nvPr/>
        </p:nvSpPr>
        <p:spPr>
          <a:xfrm flipH="1">
            <a:off x="1726606" y="3542179"/>
            <a:ext cx="1728759" cy="1490308"/>
          </a:xfrm>
          <a:prstGeom prst="triangle">
            <a:avLst/>
          </a:prstGeom>
          <a:solidFill>
            <a:srgbClr val="217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4DB8D76D-8A49-48CB-A59A-0724FA312F64}"/>
              </a:ext>
            </a:extLst>
          </p:cNvPr>
          <p:cNvSpPr/>
          <p:nvPr/>
        </p:nvSpPr>
        <p:spPr>
          <a:xfrm flipH="1">
            <a:off x="1114828" y="3542179"/>
            <a:ext cx="1728759" cy="1490308"/>
          </a:xfrm>
          <a:prstGeom prst="triangle">
            <a:avLst/>
          </a:prstGeom>
          <a:solidFill>
            <a:srgbClr val="5BB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2B2D3FC1-4AA2-452F-96D4-A8CC95E2DFBF}"/>
              </a:ext>
            </a:extLst>
          </p:cNvPr>
          <p:cNvSpPr/>
          <p:nvPr/>
        </p:nvSpPr>
        <p:spPr>
          <a:xfrm flipH="1">
            <a:off x="503050" y="3542179"/>
            <a:ext cx="1728759" cy="1490308"/>
          </a:xfrm>
          <a:prstGeom prst="triangle">
            <a:avLst/>
          </a:prstGeom>
          <a:solidFill>
            <a:srgbClr val="CF0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D40B92-AC5C-46F7-A6EC-063C96D58683}"/>
              </a:ext>
            </a:extLst>
          </p:cNvPr>
          <p:cNvSpPr txBox="1"/>
          <p:nvPr/>
        </p:nvSpPr>
        <p:spPr>
          <a:xfrm>
            <a:off x="3637850" y="4020824"/>
            <a:ext cx="73098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Bebas Neue" panose="020B0606020202050201" pitchFamily="34" charset="0"/>
              </a:rPr>
              <a:t>Arquitetura hexagonal</a:t>
            </a:r>
            <a:endParaRPr lang="id-ID" sz="6600" dirty="0">
              <a:solidFill>
                <a:schemeClr val="tx1">
                  <a:lumMod val="95000"/>
                  <a:lumOff val="5000"/>
                </a:schemeClr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934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9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B608232-61D2-45CE-BC8F-1B0F6CC8A939}"/>
              </a:ext>
            </a:extLst>
          </p:cNvPr>
          <p:cNvSpPr/>
          <p:nvPr/>
        </p:nvSpPr>
        <p:spPr>
          <a:xfrm>
            <a:off x="0" y="5032487"/>
            <a:ext cx="12192000" cy="480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5956283-6581-4CD2-BC51-514DE0A61701}"/>
              </a:ext>
            </a:extLst>
          </p:cNvPr>
          <p:cNvSpPr/>
          <p:nvPr/>
        </p:nvSpPr>
        <p:spPr>
          <a:xfrm>
            <a:off x="1504950" y="4796639"/>
            <a:ext cx="952500" cy="9525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Bebas Neue" panose="020B0606020202050201" pitchFamily="34" charset="0"/>
              </a:rPr>
              <a:t>1</a:t>
            </a:r>
            <a:endParaRPr lang="id-ID" dirty="0">
              <a:solidFill>
                <a:schemeClr val="tx1">
                  <a:lumMod val="95000"/>
                  <a:lumOff val="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C362C0D-A78B-4D9F-904C-F1A2D650A610}"/>
              </a:ext>
            </a:extLst>
          </p:cNvPr>
          <p:cNvSpPr/>
          <p:nvPr/>
        </p:nvSpPr>
        <p:spPr>
          <a:xfrm>
            <a:off x="4248150" y="4796639"/>
            <a:ext cx="952500" cy="9525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Bebas Neue" panose="020B0606020202050201" pitchFamily="34" charset="0"/>
              </a:rPr>
              <a:t>2</a:t>
            </a:r>
            <a:endParaRPr lang="id-ID" dirty="0">
              <a:solidFill>
                <a:schemeClr val="tx1">
                  <a:lumMod val="95000"/>
                  <a:lumOff val="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4C7423-54B2-4359-8D65-43FE49C39378}"/>
              </a:ext>
            </a:extLst>
          </p:cNvPr>
          <p:cNvSpPr/>
          <p:nvPr/>
        </p:nvSpPr>
        <p:spPr>
          <a:xfrm>
            <a:off x="9734550" y="4796639"/>
            <a:ext cx="952500" cy="9525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Bebas Neue" panose="020B0606020202050201" pitchFamily="34" charset="0"/>
              </a:rPr>
              <a:t>4</a:t>
            </a:r>
            <a:endParaRPr lang="id-ID" dirty="0">
              <a:solidFill>
                <a:schemeClr val="tx1">
                  <a:lumMod val="95000"/>
                  <a:lumOff val="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217F3A-08D1-4192-8252-BDD7F6B898F6}"/>
              </a:ext>
            </a:extLst>
          </p:cNvPr>
          <p:cNvSpPr/>
          <p:nvPr/>
        </p:nvSpPr>
        <p:spPr>
          <a:xfrm>
            <a:off x="6991350" y="4796639"/>
            <a:ext cx="952500" cy="9525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Bebas Neue" panose="020B0606020202050201" pitchFamily="34" charset="0"/>
              </a:rPr>
              <a:t>3</a:t>
            </a:r>
            <a:endParaRPr lang="id-ID" dirty="0">
              <a:solidFill>
                <a:schemeClr val="tx1">
                  <a:lumMod val="95000"/>
                  <a:lumOff val="5000"/>
                </a:schemeClr>
              </a:solidFill>
              <a:latin typeface="Bebas Neue" panose="020B0606020202050201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9360E43-4045-468D-B741-3ED0B6C09A62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1981200" y="1412927"/>
            <a:ext cx="0" cy="338371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C4BE97-C03F-43A5-8E43-D95B9F278269}"/>
              </a:ext>
            </a:extLst>
          </p:cNvPr>
          <p:cNvCxnSpPr>
            <a:cxnSpLocks/>
          </p:cNvCxnSpPr>
          <p:nvPr/>
        </p:nvCxnSpPr>
        <p:spPr>
          <a:xfrm flipV="1">
            <a:off x="4724400" y="2257809"/>
            <a:ext cx="0" cy="253883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D3805F-A110-41E0-9A6C-79CD4B47CFC4}"/>
              </a:ext>
            </a:extLst>
          </p:cNvPr>
          <p:cNvCxnSpPr>
            <a:cxnSpLocks/>
          </p:cNvCxnSpPr>
          <p:nvPr/>
        </p:nvCxnSpPr>
        <p:spPr>
          <a:xfrm flipV="1">
            <a:off x="7467600" y="3102692"/>
            <a:ext cx="0" cy="169394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65C1C4-8007-4322-90D2-AF190B50F5BF}"/>
              </a:ext>
            </a:extLst>
          </p:cNvPr>
          <p:cNvCxnSpPr>
            <a:cxnSpLocks/>
          </p:cNvCxnSpPr>
          <p:nvPr/>
        </p:nvCxnSpPr>
        <p:spPr>
          <a:xfrm flipV="1">
            <a:off x="10210800" y="3886200"/>
            <a:ext cx="0" cy="91044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79A3E8E-17B9-4B97-83AE-A748209014FA}"/>
              </a:ext>
            </a:extLst>
          </p:cNvPr>
          <p:cNvSpPr/>
          <p:nvPr/>
        </p:nvSpPr>
        <p:spPr>
          <a:xfrm>
            <a:off x="3005485" y="1412927"/>
            <a:ext cx="3437831" cy="652616"/>
          </a:xfrm>
          <a:prstGeom prst="roundRect">
            <a:avLst>
              <a:gd name="adj" fmla="val 3245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err="1">
                <a:latin typeface="Bebas Neue" panose="020B0606020202050201" pitchFamily="34" charset="0"/>
              </a:rPr>
              <a:t>conection</a:t>
            </a:r>
            <a:endParaRPr lang="id-ID" sz="3600" dirty="0">
              <a:latin typeface="Bebas Neue" panose="020B0606020202050201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709DC49-2402-4166-AB59-6356CB400630}"/>
              </a:ext>
            </a:extLst>
          </p:cNvPr>
          <p:cNvSpPr/>
          <p:nvPr/>
        </p:nvSpPr>
        <p:spPr>
          <a:xfrm>
            <a:off x="5748684" y="2257809"/>
            <a:ext cx="3437831" cy="652616"/>
          </a:xfrm>
          <a:prstGeom prst="roundRect">
            <a:avLst>
              <a:gd name="adj" fmla="val 3245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err="1">
                <a:latin typeface="Bebas Neue" panose="020B0606020202050201" pitchFamily="34" charset="0"/>
              </a:rPr>
              <a:t>domain</a:t>
            </a:r>
            <a:endParaRPr lang="id-ID" sz="3600" dirty="0">
              <a:latin typeface="Bebas Neue" panose="020B0606020202050201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3DD63AC-B1C6-4B66-A69A-4F38FDB00A5A}"/>
              </a:ext>
            </a:extLst>
          </p:cNvPr>
          <p:cNvSpPr/>
          <p:nvPr/>
        </p:nvSpPr>
        <p:spPr>
          <a:xfrm>
            <a:off x="8491883" y="3102692"/>
            <a:ext cx="3437831" cy="652616"/>
          </a:xfrm>
          <a:prstGeom prst="roundRect">
            <a:avLst>
              <a:gd name="adj" fmla="val 32456"/>
            </a:avLst>
          </a:prstGeom>
          <a:solidFill>
            <a:srgbClr val="954E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err="1">
                <a:latin typeface="Bebas Neue" panose="020B0606020202050201" pitchFamily="34" charset="0"/>
              </a:rPr>
              <a:t>ports</a:t>
            </a:r>
            <a:endParaRPr lang="id-ID" sz="3600" dirty="0">
              <a:latin typeface="Bebas Neue" panose="020B0606020202050201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6BAAED-477F-4FA0-B5AB-DF4721B8905A}"/>
              </a:ext>
            </a:extLst>
          </p:cNvPr>
          <p:cNvSpPr/>
          <p:nvPr/>
        </p:nvSpPr>
        <p:spPr>
          <a:xfrm>
            <a:off x="262284" y="568045"/>
            <a:ext cx="3437831" cy="652616"/>
          </a:xfrm>
          <a:prstGeom prst="roundRect">
            <a:avLst>
              <a:gd name="adj" fmla="val 32456"/>
            </a:avLst>
          </a:prstGeom>
          <a:solidFill>
            <a:srgbClr val="FFC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err="1">
                <a:latin typeface="Bebas Neue" panose="020B0606020202050201" pitchFamily="34" charset="0"/>
              </a:rPr>
              <a:t>adapters</a:t>
            </a:r>
            <a:endParaRPr lang="id-ID" sz="3600" dirty="0"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784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7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7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37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4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3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1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7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8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3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50"/>
                            </p:stCondLst>
                            <p:childTnLst>
                              <p:par>
                                <p:cTn id="2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3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2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7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9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3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960"/>
                            </p:stCondLst>
                            <p:childTnLst>
                              <p:par>
                                <p:cTn id="4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37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33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7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7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3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70"/>
                            </p:stCondLst>
                            <p:childTnLst>
                              <p:par>
                                <p:cTn id="5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3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9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50C180D-5477-42CE-BDAC-C08CEBC14910}"/>
              </a:ext>
            </a:extLst>
          </p:cNvPr>
          <p:cNvSpPr/>
          <p:nvPr/>
        </p:nvSpPr>
        <p:spPr>
          <a:xfrm>
            <a:off x="0" y="5032487"/>
            <a:ext cx="12192000" cy="480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CB85C7F-58DB-44C4-B69C-927BE7912E07}"/>
              </a:ext>
            </a:extLst>
          </p:cNvPr>
          <p:cNvGrpSpPr/>
          <p:nvPr/>
        </p:nvGrpSpPr>
        <p:grpSpPr>
          <a:xfrm rot="4906330">
            <a:off x="4813411" y="-2940426"/>
            <a:ext cx="4741847" cy="8570268"/>
            <a:chOff x="4202799" y="-3160211"/>
            <a:chExt cx="4741847" cy="857026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30ED220-1AC0-4696-A3DE-8DFC90D05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9484" y="1447943"/>
              <a:ext cx="4225162" cy="3962114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4148889-A0F6-4B56-8494-D59724A28E08}"/>
                </a:ext>
              </a:extLst>
            </p:cNvPr>
            <p:cNvSpPr/>
            <p:nvPr/>
          </p:nvSpPr>
          <p:spPr>
            <a:xfrm rot="3087664">
              <a:off x="656799" y="525490"/>
              <a:ext cx="7200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CF580DA-670E-494D-92A3-89CB55781578}"/>
                </a:ext>
              </a:extLst>
            </p:cNvPr>
            <p:cNvSpPr/>
            <p:nvPr/>
          </p:nvSpPr>
          <p:spPr>
            <a:xfrm rot="3087664">
              <a:off x="956881" y="385789"/>
              <a:ext cx="7200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6A7C54F-D66F-49B3-A828-9964ED719923}"/>
              </a:ext>
            </a:extLst>
          </p:cNvPr>
          <p:cNvSpPr txBox="1"/>
          <p:nvPr/>
        </p:nvSpPr>
        <p:spPr>
          <a:xfrm>
            <a:off x="2509684" y="4718891"/>
            <a:ext cx="7172632" cy="1107996"/>
          </a:xfrm>
          <a:prstGeom prst="rect">
            <a:avLst/>
          </a:prstGeom>
          <a:solidFill>
            <a:srgbClr val="F09856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solidFill>
                  <a:srgbClr val="FF0000"/>
                </a:solidFill>
                <a:latin typeface="Bebas Neue" panose="020B0606020202050201" pitchFamily="34" charset="0"/>
              </a:rPr>
              <a:t>C</a:t>
            </a:r>
            <a:r>
              <a:rPr lang="pt-BR" sz="6600" dirty="0">
                <a:solidFill>
                  <a:schemeClr val="accent2"/>
                </a:solidFill>
                <a:latin typeface="Bebas Neue" panose="020B0606020202050201" pitchFamily="34" charset="0"/>
              </a:rPr>
              <a:t>o</a:t>
            </a:r>
            <a:r>
              <a:rPr lang="pt-BR" sz="6600" dirty="0">
                <a:solidFill>
                  <a:srgbClr val="FFFF00"/>
                </a:solidFill>
                <a:latin typeface="Bebas Neue" panose="020B0606020202050201" pitchFamily="34" charset="0"/>
              </a:rPr>
              <a:t>m</a:t>
            </a:r>
            <a:r>
              <a:rPr lang="pt-BR" sz="6600" dirty="0">
                <a:solidFill>
                  <a:srgbClr val="00B050"/>
                </a:solidFill>
                <a:latin typeface="Bebas Neue" panose="020B0606020202050201" pitchFamily="34" charset="0"/>
              </a:rPr>
              <a:t>p</a:t>
            </a:r>
            <a:r>
              <a:rPr lang="pt-BR" sz="6600" dirty="0">
                <a:solidFill>
                  <a:srgbClr val="0070C0"/>
                </a:solidFill>
                <a:latin typeface="Bebas Neue" panose="020B0606020202050201" pitchFamily="34" charset="0"/>
              </a:rPr>
              <a:t>o</a:t>
            </a:r>
            <a:r>
              <a:rPr lang="pt-BR" sz="6600" dirty="0">
                <a:solidFill>
                  <a:srgbClr val="D905AC"/>
                </a:solidFill>
                <a:latin typeface="Bebas Neue" panose="020B0606020202050201" pitchFamily="34" charset="0"/>
              </a:rPr>
              <a:t>n</a:t>
            </a:r>
            <a:r>
              <a:rPr lang="pt-BR" sz="6600" dirty="0">
                <a:solidFill>
                  <a:srgbClr val="F648C8"/>
                </a:solidFill>
                <a:latin typeface="Bebas Neue" panose="020B0606020202050201" pitchFamily="34" charset="0"/>
              </a:rPr>
              <a:t>e</a:t>
            </a:r>
            <a:r>
              <a:rPr lang="pt-BR" sz="6600" dirty="0">
                <a:solidFill>
                  <a:srgbClr val="FF0000"/>
                </a:solidFill>
                <a:latin typeface="Bebas Neue" panose="020B0606020202050201" pitchFamily="34" charset="0"/>
              </a:rPr>
              <a:t>n</a:t>
            </a:r>
            <a:r>
              <a:rPr lang="pt-BR" sz="6600" dirty="0">
                <a:solidFill>
                  <a:schemeClr val="accent2"/>
                </a:solidFill>
                <a:latin typeface="Bebas Neue" panose="020B0606020202050201" pitchFamily="34" charset="0"/>
              </a:rPr>
              <a:t>t</a:t>
            </a:r>
            <a:r>
              <a:rPr lang="pt-BR" sz="6600" dirty="0">
                <a:solidFill>
                  <a:srgbClr val="FFFF00"/>
                </a:solidFill>
                <a:latin typeface="Bebas Neue" panose="020B0606020202050201" pitchFamily="34" charset="0"/>
              </a:rPr>
              <a:t>e</a:t>
            </a:r>
            <a:r>
              <a:rPr lang="pt-BR" sz="6600" dirty="0">
                <a:solidFill>
                  <a:srgbClr val="00B050"/>
                </a:solidFill>
                <a:latin typeface="Bebas Neue" panose="020B0606020202050201" pitchFamily="34" charset="0"/>
              </a:rPr>
              <a:t>s</a:t>
            </a:r>
            <a:r>
              <a:rPr lang="pt-BR" sz="6600" dirty="0">
                <a:solidFill>
                  <a:srgbClr val="FFCB25"/>
                </a:solidFill>
                <a:latin typeface="Bebas Neue" panose="020B0606020202050201" pitchFamily="34" charset="0"/>
              </a:rPr>
              <a:t> </a:t>
            </a:r>
            <a:r>
              <a:rPr lang="pt-BR" sz="6600" dirty="0">
                <a:solidFill>
                  <a:srgbClr val="1E72C7"/>
                </a:solidFill>
                <a:latin typeface="Bebas Neue" panose="020B0606020202050201" pitchFamily="34" charset="0"/>
              </a:rPr>
              <a:t>d</a:t>
            </a:r>
            <a:r>
              <a:rPr lang="pt-BR" sz="6600" dirty="0">
                <a:solidFill>
                  <a:srgbClr val="D905AC"/>
                </a:solidFill>
                <a:latin typeface="Bebas Neue" panose="020B0606020202050201" pitchFamily="34" charset="0"/>
              </a:rPr>
              <a:t>o</a:t>
            </a:r>
            <a:r>
              <a:rPr lang="pt-BR" sz="6600" dirty="0">
                <a:solidFill>
                  <a:srgbClr val="FFCB25"/>
                </a:solidFill>
                <a:latin typeface="Bebas Neue" panose="020B0606020202050201" pitchFamily="34" charset="0"/>
              </a:rPr>
              <a:t> </a:t>
            </a:r>
            <a:r>
              <a:rPr lang="pt-BR" sz="6600" dirty="0">
                <a:solidFill>
                  <a:srgbClr val="F648C8"/>
                </a:solidFill>
                <a:latin typeface="Bebas Neue" panose="020B0606020202050201" pitchFamily="34" charset="0"/>
              </a:rPr>
              <a:t>s</a:t>
            </a:r>
            <a:r>
              <a:rPr lang="pt-BR" sz="6600" dirty="0">
                <a:solidFill>
                  <a:srgbClr val="FF0000"/>
                </a:solidFill>
                <a:latin typeface="Bebas Neue" panose="020B0606020202050201" pitchFamily="34" charset="0"/>
              </a:rPr>
              <a:t>i</a:t>
            </a:r>
            <a:r>
              <a:rPr lang="pt-BR" sz="6600" dirty="0">
                <a:solidFill>
                  <a:schemeClr val="accent2"/>
                </a:solidFill>
                <a:latin typeface="Bebas Neue" panose="020B0606020202050201" pitchFamily="34" charset="0"/>
              </a:rPr>
              <a:t>s</a:t>
            </a:r>
            <a:r>
              <a:rPr lang="pt-BR" sz="6600" dirty="0">
                <a:solidFill>
                  <a:srgbClr val="FFFF00"/>
                </a:solidFill>
                <a:latin typeface="Bebas Neue" panose="020B0606020202050201" pitchFamily="34" charset="0"/>
              </a:rPr>
              <a:t>t</a:t>
            </a:r>
            <a:r>
              <a:rPr lang="pt-BR" sz="6600" dirty="0">
                <a:solidFill>
                  <a:srgbClr val="00B050"/>
                </a:solidFill>
                <a:latin typeface="Bebas Neue" panose="020B0606020202050201" pitchFamily="34" charset="0"/>
              </a:rPr>
              <a:t>e</a:t>
            </a:r>
            <a:r>
              <a:rPr lang="pt-BR" sz="6600" dirty="0">
                <a:solidFill>
                  <a:srgbClr val="0070C0"/>
                </a:solidFill>
                <a:latin typeface="Bebas Neue" panose="020B0606020202050201" pitchFamily="34" charset="0"/>
              </a:rPr>
              <a:t>m</a:t>
            </a:r>
            <a:r>
              <a:rPr lang="pt-BR" sz="6600" dirty="0">
                <a:solidFill>
                  <a:srgbClr val="D905AC"/>
                </a:solidFill>
                <a:latin typeface="Bebas Neue" panose="020B0606020202050201" pitchFamily="34" charset="0"/>
              </a:rPr>
              <a:t>a</a:t>
            </a:r>
            <a:endParaRPr lang="id-ID" sz="6600" dirty="0">
              <a:solidFill>
                <a:srgbClr val="D905AC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109367"/>
      </p:ext>
    </p:extLst>
  </p:cSld>
  <p:clrMapOvr>
    <a:masterClrMapping/>
  </p:clrMapOvr>
  <p:transition spd="slow" advTm="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31000" decel="33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800000">
                                      <p:cBhvr>
                                        <p:cTn id="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5382990-CE4E-4A92-B36C-C3A76FFAEBAB}"/>
              </a:ext>
            </a:extLst>
          </p:cNvPr>
          <p:cNvGrpSpPr/>
          <p:nvPr/>
        </p:nvGrpSpPr>
        <p:grpSpPr>
          <a:xfrm>
            <a:off x="858592" y="575507"/>
            <a:ext cx="10474816" cy="5718219"/>
            <a:chOff x="811369" y="647164"/>
            <a:chExt cx="10474816" cy="57182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E38AA4B-6C39-42C8-AACD-01A7C871D919}"/>
                </a:ext>
              </a:extLst>
            </p:cNvPr>
            <p:cNvSpPr/>
            <p:nvPr/>
          </p:nvSpPr>
          <p:spPr>
            <a:xfrm>
              <a:off x="828540" y="647164"/>
              <a:ext cx="10457645" cy="5718219"/>
            </a:xfrm>
            <a:prstGeom prst="roundRect">
              <a:avLst>
                <a:gd name="adj" fmla="val 7658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85B22CD-33EC-4389-A744-245D5EC5C7AC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1081826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E04346F-6F4B-4E6A-96EA-CAFB08040653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1521073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A287A33-A490-4BB0-90BB-E946A385D9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1960320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81DB73F-D24A-4C8A-99BA-89B2D7F4B5F2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2399567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C320A7E-8828-4418-8BF1-DEC8E28172CA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2838814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473A47F-3739-4696-8FE4-96534E6EDD6C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3278061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283976-AAAD-4602-BFD6-B49AFF9592D1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3717308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EB98BD5-8109-4FFE-869C-D9886309479A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4156555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F4D0016-7CA1-42E9-80DF-F7C44B403F8D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4595802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152B8BA-F581-4060-9C9E-AAC410242439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5035049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FF4D723-84F6-4EDF-A03F-27EDF9703CE7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5474296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0C526C-E7E6-4108-84F9-28E629E81C50}"/>
                </a:ext>
              </a:extLst>
            </p:cNvPr>
            <p:cNvCxnSpPr>
              <a:cxnSpLocks/>
            </p:cNvCxnSpPr>
            <p:nvPr/>
          </p:nvCxnSpPr>
          <p:spPr>
            <a:xfrm>
              <a:off x="811369" y="5913547"/>
              <a:ext cx="1047481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85A4CEF-248D-4CEB-8592-B448F90702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85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93DF660-2B71-4024-96B3-BEAD9C754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57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63682FA-1558-4E8C-A44B-E60468ABC2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29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0BE34E1-918F-4340-81E9-ACA02266B4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01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F3122AD-77F7-47D3-9917-CD7F3D914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3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9D8C498-A0B5-4F1A-979E-7E2B774ED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45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6F62331-579A-4F24-B223-ACCFFF763D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17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AD12CA0-35A0-4838-820E-C643B6D68D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89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ADBB465-7C81-4229-AA1B-6FF3BC53DE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61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A224392-2FFF-4141-822F-A241C48AE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33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00A73E3-2F82-4F3E-9A00-7FDECB0F72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05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A3C7BB-1C81-492F-96DD-8BF5EBCA4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77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CE83AA0-D0F9-4FF2-8159-F7D504951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49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3A6C2E9-7562-45AC-84F7-9AFCF663E4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1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170C849-88FE-4988-88EF-BBAC845D29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93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74DC2D4-0C11-48CF-A54C-5EEC558769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65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B8D523E-9DF7-4511-8318-B0E7EDC7A7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37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72FC80C-3FF2-4867-9CF1-E67E582FA1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09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F37F90D-1C81-449F-B345-44F77B545A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981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6E161AA-D685-4E4F-B13A-16A4D20DAE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53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E556294-340F-4132-9ED0-572B1DE23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25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EDB5036-58D0-4111-B151-75801697A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69769" y="647165"/>
              <a:ext cx="0" cy="571821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606888A-3E0B-4DBB-AD0B-7801FBEFB805}"/>
              </a:ext>
            </a:extLst>
          </p:cNvPr>
          <p:cNvGrpSpPr/>
          <p:nvPr/>
        </p:nvGrpSpPr>
        <p:grpSpPr>
          <a:xfrm>
            <a:off x="4483243" y="561828"/>
            <a:ext cx="3228304" cy="3611119"/>
            <a:chOff x="904386" y="1072545"/>
            <a:chExt cx="3228304" cy="3611119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AA19778-4B10-43D9-B779-94B64613BA0E}"/>
                </a:ext>
              </a:extLst>
            </p:cNvPr>
            <p:cNvSpPr/>
            <p:nvPr/>
          </p:nvSpPr>
          <p:spPr>
            <a:xfrm>
              <a:off x="904386" y="1455360"/>
              <a:ext cx="3228304" cy="3228304"/>
            </a:xfrm>
            <a:custGeom>
              <a:avLst/>
              <a:gdLst>
                <a:gd name="connsiteX0" fmla="*/ 1611994 w 3228304"/>
                <a:gd name="connsiteY0" fmla="*/ 152400 h 3228304"/>
                <a:gd name="connsiteX1" fmla="*/ 1391783 w 3228304"/>
                <a:gd name="connsiteY1" fmla="*/ 372611 h 3228304"/>
                <a:gd name="connsiteX2" fmla="*/ 1611994 w 3228304"/>
                <a:gd name="connsiteY2" fmla="*/ 592822 h 3228304"/>
                <a:gd name="connsiteX3" fmla="*/ 1832205 w 3228304"/>
                <a:gd name="connsiteY3" fmla="*/ 372611 h 3228304"/>
                <a:gd name="connsiteX4" fmla="*/ 1611994 w 3228304"/>
                <a:gd name="connsiteY4" fmla="*/ 152400 h 3228304"/>
                <a:gd name="connsiteX5" fmla="*/ 1614152 w 3228304"/>
                <a:gd name="connsiteY5" fmla="*/ 0 h 3228304"/>
                <a:gd name="connsiteX6" fmla="*/ 3228304 w 3228304"/>
                <a:gd name="connsiteY6" fmla="*/ 1614152 h 3228304"/>
                <a:gd name="connsiteX7" fmla="*/ 1614152 w 3228304"/>
                <a:gd name="connsiteY7" fmla="*/ 3228304 h 3228304"/>
                <a:gd name="connsiteX8" fmla="*/ 0 w 3228304"/>
                <a:gd name="connsiteY8" fmla="*/ 1614152 h 3228304"/>
                <a:gd name="connsiteX9" fmla="*/ 1614152 w 3228304"/>
                <a:gd name="connsiteY9" fmla="*/ 0 h 322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28304" h="3228304">
                  <a:moveTo>
                    <a:pt x="1611994" y="152400"/>
                  </a:moveTo>
                  <a:cubicBezTo>
                    <a:pt x="1490375" y="152400"/>
                    <a:pt x="1391783" y="250992"/>
                    <a:pt x="1391783" y="372611"/>
                  </a:cubicBezTo>
                  <a:cubicBezTo>
                    <a:pt x="1391783" y="494230"/>
                    <a:pt x="1490375" y="592822"/>
                    <a:pt x="1611994" y="592822"/>
                  </a:cubicBezTo>
                  <a:cubicBezTo>
                    <a:pt x="1733613" y="592822"/>
                    <a:pt x="1832205" y="494230"/>
                    <a:pt x="1832205" y="372611"/>
                  </a:cubicBezTo>
                  <a:cubicBezTo>
                    <a:pt x="1832205" y="250992"/>
                    <a:pt x="1733613" y="152400"/>
                    <a:pt x="1611994" y="152400"/>
                  </a:cubicBezTo>
                  <a:close/>
                  <a:moveTo>
                    <a:pt x="1614152" y="0"/>
                  </a:moveTo>
                  <a:cubicBezTo>
                    <a:pt x="2505624" y="0"/>
                    <a:pt x="3228304" y="722680"/>
                    <a:pt x="3228304" y="1614152"/>
                  </a:cubicBezTo>
                  <a:cubicBezTo>
                    <a:pt x="3228304" y="2505624"/>
                    <a:pt x="2505624" y="3228304"/>
                    <a:pt x="1614152" y="3228304"/>
                  </a:cubicBezTo>
                  <a:cubicBezTo>
                    <a:pt x="722680" y="3228304"/>
                    <a:pt x="0" y="2505624"/>
                    <a:pt x="0" y="1614152"/>
                  </a:cubicBezTo>
                  <a:cubicBezTo>
                    <a:pt x="0" y="722680"/>
                    <a:pt x="722680" y="0"/>
                    <a:pt x="1614152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4000" dirty="0">
                <a:latin typeface="Bebas Neue" panose="020B0606020202050201" pitchFamily="34" charset="0"/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0FF36FB-E645-4E35-AF04-64650F329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376" y="1674675"/>
              <a:ext cx="1188396" cy="111440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1DD6ADB-277B-421B-A8DD-27420B31831C}"/>
                </a:ext>
              </a:extLst>
            </p:cNvPr>
            <p:cNvSpPr txBox="1"/>
            <p:nvPr/>
          </p:nvSpPr>
          <p:spPr>
            <a:xfrm>
              <a:off x="1706597" y="4131049"/>
              <a:ext cx="1623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bg1"/>
                  </a:solidFill>
                  <a:latin typeface="Bebas Neue" panose="020B0606020202050201" pitchFamily="34" charset="0"/>
                </a:rPr>
                <a:t>componente</a:t>
              </a:r>
              <a:endParaRPr lang="id-ID" dirty="0"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0738A6A-B675-40A3-9B02-A3E570DBC90A}"/>
                </a:ext>
              </a:extLst>
            </p:cNvPr>
            <p:cNvSpPr txBox="1"/>
            <p:nvPr/>
          </p:nvSpPr>
          <p:spPr>
            <a:xfrm>
              <a:off x="1537463" y="2800197"/>
              <a:ext cx="196215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latin typeface="Agency FB" panose="020B0503020202020204" pitchFamily="34" charset="0"/>
                </a:rPr>
                <a:t>Adaptadores de IA</a:t>
              </a:r>
              <a:endParaRPr lang="id-ID" sz="3200" dirty="0">
                <a:latin typeface="Agency FB" panose="020B0503020202020204" pitchFamily="34" charset="0"/>
              </a:endParaRP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877A31F3-9199-415E-A5D0-0D8EA7A8770C}"/>
                </a:ext>
              </a:extLst>
            </p:cNvPr>
            <p:cNvSpPr/>
            <p:nvPr/>
          </p:nvSpPr>
          <p:spPr>
            <a:xfrm>
              <a:off x="2385465" y="1072545"/>
              <a:ext cx="266145" cy="728565"/>
            </a:xfrm>
            <a:prstGeom prst="roundRect">
              <a:avLst>
                <a:gd name="adj" fmla="val 20188"/>
              </a:avLst>
            </a:pr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4CAAC22-B760-4851-B7EE-95B5E91477E3}"/>
              </a:ext>
            </a:extLst>
          </p:cNvPr>
          <p:cNvGrpSpPr/>
          <p:nvPr/>
        </p:nvGrpSpPr>
        <p:grpSpPr>
          <a:xfrm>
            <a:off x="6622526" y="2623410"/>
            <a:ext cx="3228304" cy="3611119"/>
            <a:chOff x="904386" y="1072545"/>
            <a:chExt cx="3228304" cy="361111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FC106EE-08CE-4A52-9F07-023E11A548F9}"/>
                </a:ext>
              </a:extLst>
            </p:cNvPr>
            <p:cNvSpPr/>
            <p:nvPr/>
          </p:nvSpPr>
          <p:spPr>
            <a:xfrm>
              <a:off x="904386" y="1455360"/>
              <a:ext cx="3228304" cy="3228304"/>
            </a:xfrm>
            <a:custGeom>
              <a:avLst/>
              <a:gdLst>
                <a:gd name="connsiteX0" fmla="*/ 1611994 w 3228304"/>
                <a:gd name="connsiteY0" fmla="*/ 152400 h 3228304"/>
                <a:gd name="connsiteX1" fmla="*/ 1391783 w 3228304"/>
                <a:gd name="connsiteY1" fmla="*/ 372611 h 3228304"/>
                <a:gd name="connsiteX2" fmla="*/ 1611994 w 3228304"/>
                <a:gd name="connsiteY2" fmla="*/ 592822 h 3228304"/>
                <a:gd name="connsiteX3" fmla="*/ 1832205 w 3228304"/>
                <a:gd name="connsiteY3" fmla="*/ 372611 h 3228304"/>
                <a:gd name="connsiteX4" fmla="*/ 1611994 w 3228304"/>
                <a:gd name="connsiteY4" fmla="*/ 152400 h 3228304"/>
                <a:gd name="connsiteX5" fmla="*/ 1614152 w 3228304"/>
                <a:gd name="connsiteY5" fmla="*/ 0 h 3228304"/>
                <a:gd name="connsiteX6" fmla="*/ 3228304 w 3228304"/>
                <a:gd name="connsiteY6" fmla="*/ 1614152 h 3228304"/>
                <a:gd name="connsiteX7" fmla="*/ 1614152 w 3228304"/>
                <a:gd name="connsiteY7" fmla="*/ 3228304 h 3228304"/>
                <a:gd name="connsiteX8" fmla="*/ 0 w 3228304"/>
                <a:gd name="connsiteY8" fmla="*/ 1614152 h 3228304"/>
                <a:gd name="connsiteX9" fmla="*/ 1614152 w 3228304"/>
                <a:gd name="connsiteY9" fmla="*/ 0 h 322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28304" h="3228304">
                  <a:moveTo>
                    <a:pt x="1611994" y="152400"/>
                  </a:moveTo>
                  <a:cubicBezTo>
                    <a:pt x="1490375" y="152400"/>
                    <a:pt x="1391783" y="250992"/>
                    <a:pt x="1391783" y="372611"/>
                  </a:cubicBezTo>
                  <a:cubicBezTo>
                    <a:pt x="1391783" y="494230"/>
                    <a:pt x="1490375" y="592822"/>
                    <a:pt x="1611994" y="592822"/>
                  </a:cubicBezTo>
                  <a:cubicBezTo>
                    <a:pt x="1733613" y="592822"/>
                    <a:pt x="1832205" y="494230"/>
                    <a:pt x="1832205" y="372611"/>
                  </a:cubicBezTo>
                  <a:cubicBezTo>
                    <a:pt x="1832205" y="250992"/>
                    <a:pt x="1733613" y="152400"/>
                    <a:pt x="1611994" y="152400"/>
                  </a:cubicBezTo>
                  <a:close/>
                  <a:moveTo>
                    <a:pt x="1614152" y="0"/>
                  </a:moveTo>
                  <a:cubicBezTo>
                    <a:pt x="2505624" y="0"/>
                    <a:pt x="3228304" y="722680"/>
                    <a:pt x="3228304" y="1614152"/>
                  </a:cubicBezTo>
                  <a:cubicBezTo>
                    <a:pt x="3228304" y="2505624"/>
                    <a:pt x="2505624" y="3228304"/>
                    <a:pt x="1614152" y="3228304"/>
                  </a:cubicBezTo>
                  <a:cubicBezTo>
                    <a:pt x="722680" y="3228304"/>
                    <a:pt x="0" y="2505624"/>
                    <a:pt x="0" y="1614152"/>
                  </a:cubicBezTo>
                  <a:cubicBezTo>
                    <a:pt x="0" y="722680"/>
                    <a:pt x="722680" y="0"/>
                    <a:pt x="1614152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4000">
                <a:latin typeface="Bebas Neue" panose="020B0606020202050201" pitchFamily="34" charset="0"/>
              </a:endParaRP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3D46549E-6493-4120-8254-B216515A7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376" y="1674675"/>
              <a:ext cx="1188396" cy="1114409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EAA12C7-5DFD-4494-8EE0-D169F7A47AD9}"/>
                </a:ext>
              </a:extLst>
            </p:cNvPr>
            <p:cNvSpPr txBox="1"/>
            <p:nvPr/>
          </p:nvSpPr>
          <p:spPr>
            <a:xfrm>
              <a:off x="1706597" y="4131049"/>
              <a:ext cx="1623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bg1"/>
                  </a:solidFill>
                  <a:latin typeface="Bebas Neue" panose="020B0606020202050201" pitchFamily="34" charset="0"/>
                </a:rPr>
                <a:t>componente</a:t>
              </a:r>
              <a:endParaRPr lang="id-ID" dirty="0"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7AEF43A-F2DE-40E7-8262-18FB5776E36A}"/>
                </a:ext>
              </a:extLst>
            </p:cNvPr>
            <p:cNvSpPr txBox="1"/>
            <p:nvPr/>
          </p:nvSpPr>
          <p:spPr>
            <a:xfrm>
              <a:off x="1537463" y="2800197"/>
              <a:ext cx="196215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latin typeface="Agency FB" panose="020B0503020202020204" pitchFamily="34" charset="0"/>
                </a:rPr>
                <a:t>Camada de dados</a:t>
              </a:r>
              <a:endParaRPr lang="id-ID" sz="3200" dirty="0">
                <a:latin typeface="Agency FB" panose="020B0503020202020204" pitchFamily="34" charset="0"/>
              </a:endParaRP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77D6226A-513E-4EA2-88A0-E127D90D58B6}"/>
                </a:ext>
              </a:extLst>
            </p:cNvPr>
            <p:cNvSpPr/>
            <p:nvPr/>
          </p:nvSpPr>
          <p:spPr>
            <a:xfrm>
              <a:off x="2385465" y="1072545"/>
              <a:ext cx="266145" cy="728565"/>
            </a:xfrm>
            <a:prstGeom prst="roundRect">
              <a:avLst>
                <a:gd name="adj" fmla="val 20188"/>
              </a:avLst>
            </a:pr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AB2938B-86EA-4057-AA99-87F4D56D1CC1}"/>
              </a:ext>
            </a:extLst>
          </p:cNvPr>
          <p:cNvGrpSpPr/>
          <p:nvPr/>
        </p:nvGrpSpPr>
        <p:grpSpPr>
          <a:xfrm>
            <a:off x="8730381" y="556796"/>
            <a:ext cx="3228304" cy="3611119"/>
            <a:chOff x="904386" y="1072545"/>
            <a:chExt cx="3228304" cy="3611119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72248C5-FFB5-4C9F-8EC9-D26F8131552F}"/>
                </a:ext>
              </a:extLst>
            </p:cNvPr>
            <p:cNvSpPr/>
            <p:nvPr/>
          </p:nvSpPr>
          <p:spPr>
            <a:xfrm>
              <a:off x="904386" y="1455360"/>
              <a:ext cx="3228304" cy="3228304"/>
            </a:xfrm>
            <a:custGeom>
              <a:avLst/>
              <a:gdLst>
                <a:gd name="connsiteX0" fmla="*/ 1611994 w 3228304"/>
                <a:gd name="connsiteY0" fmla="*/ 152400 h 3228304"/>
                <a:gd name="connsiteX1" fmla="*/ 1391783 w 3228304"/>
                <a:gd name="connsiteY1" fmla="*/ 372611 h 3228304"/>
                <a:gd name="connsiteX2" fmla="*/ 1611994 w 3228304"/>
                <a:gd name="connsiteY2" fmla="*/ 592822 h 3228304"/>
                <a:gd name="connsiteX3" fmla="*/ 1832205 w 3228304"/>
                <a:gd name="connsiteY3" fmla="*/ 372611 h 3228304"/>
                <a:gd name="connsiteX4" fmla="*/ 1611994 w 3228304"/>
                <a:gd name="connsiteY4" fmla="*/ 152400 h 3228304"/>
                <a:gd name="connsiteX5" fmla="*/ 1614152 w 3228304"/>
                <a:gd name="connsiteY5" fmla="*/ 0 h 3228304"/>
                <a:gd name="connsiteX6" fmla="*/ 3228304 w 3228304"/>
                <a:gd name="connsiteY6" fmla="*/ 1614152 h 3228304"/>
                <a:gd name="connsiteX7" fmla="*/ 1614152 w 3228304"/>
                <a:gd name="connsiteY7" fmla="*/ 3228304 h 3228304"/>
                <a:gd name="connsiteX8" fmla="*/ 0 w 3228304"/>
                <a:gd name="connsiteY8" fmla="*/ 1614152 h 3228304"/>
                <a:gd name="connsiteX9" fmla="*/ 1614152 w 3228304"/>
                <a:gd name="connsiteY9" fmla="*/ 0 h 322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28304" h="3228304">
                  <a:moveTo>
                    <a:pt x="1611994" y="152400"/>
                  </a:moveTo>
                  <a:cubicBezTo>
                    <a:pt x="1490375" y="152400"/>
                    <a:pt x="1391783" y="250992"/>
                    <a:pt x="1391783" y="372611"/>
                  </a:cubicBezTo>
                  <a:cubicBezTo>
                    <a:pt x="1391783" y="494230"/>
                    <a:pt x="1490375" y="592822"/>
                    <a:pt x="1611994" y="592822"/>
                  </a:cubicBezTo>
                  <a:cubicBezTo>
                    <a:pt x="1733613" y="592822"/>
                    <a:pt x="1832205" y="494230"/>
                    <a:pt x="1832205" y="372611"/>
                  </a:cubicBezTo>
                  <a:cubicBezTo>
                    <a:pt x="1832205" y="250992"/>
                    <a:pt x="1733613" y="152400"/>
                    <a:pt x="1611994" y="152400"/>
                  </a:cubicBezTo>
                  <a:close/>
                  <a:moveTo>
                    <a:pt x="1614152" y="0"/>
                  </a:moveTo>
                  <a:cubicBezTo>
                    <a:pt x="2505624" y="0"/>
                    <a:pt x="3228304" y="722680"/>
                    <a:pt x="3228304" y="1614152"/>
                  </a:cubicBezTo>
                  <a:cubicBezTo>
                    <a:pt x="3228304" y="2505624"/>
                    <a:pt x="2505624" y="3228304"/>
                    <a:pt x="1614152" y="3228304"/>
                  </a:cubicBezTo>
                  <a:cubicBezTo>
                    <a:pt x="722680" y="3228304"/>
                    <a:pt x="0" y="2505624"/>
                    <a:pt x="0" y="1614152"/>
                  </a:cubicBezTo>
                  <a:cubicBezTo>
                    <a:pt x="0" y="722680"/>
                    <a:pt x="722680" y="0"/>
                    <a:pt x="1614152" y="0"/>
                  </a:cubicBezTo>
                  <a:close/>
                </a:path>
              </a:pathLst>
            </a:custGeom>
            <a:solidFill>
              <a:srgbClr val="954E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4000">
                <a:latin typeface="Bebas Neue" panose="020B0606020202050201" pitchFamily="34" charset="0"/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1D06BD8-4027-4673-9A68-1BCA4DD2F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376" y="1674675"/>
              <a:ext cx="1188396" cy="1114409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1C997B2-1085-4B5F-A405-5C1F84F58331}"/>
                </a:ext>
              </a:extLst>
            </p:cNvPr>
            <p:cNvSpPr txBox="1"/>
            <p:nvPr/>
          </p:nvSpPr>
          <p:spPr>
            <a:xfrm>
              <a:off x="1706597" y="4131049"/>
              <a:ext cx="1623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err="1">
                  <a:solidFill>
                    <a:schemeClr val="bg1"/>
                  </a:solidFill>
                  <a:latin typeface="Bebas Neue" panose="020B0606020202050201" pitchFamily="34" charset="0"/>
                </a:rPr>
                <a:t>componenete</a:t>
              </a:r>
              <a:endParaRPr lang="id-ID" dirty="0"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629138A-2CF6-44DF-90B5-1676948B3D36}"/>
                </a:ext>
              </a:extLst>
            </p:cNvPr>
            <p:cNvSpPr txBox="1"/>
            <p:nvPr/>
          </p:nvSpPr>
          <p:spPr>
            <a:xfrm>
              <a:off x="1548219" y="2950842"/>
              <a:ext cx="19621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latin typeface="Agency FB" panose="020B0503020202020204" pitchFamily="34" charset="0"/>
                </a:rPr>
                <a:t>Front-</a:t>
              </a:r>
              <a:r>
                <a:rPr lang="pt-BR" sz="3200" dirty="0" err="1">
                  <a:latin typeface="Agency FB" panose="020B0503020202020204" pitchFamily="34" charset="0"/>
                </a:rPr>
                <a:t>end</a:t>
              </a:r>
              <a:endParaRPr lang="id-ID" sz="3200" dirty="0">
                <a:latin typeface="Agency FB" panose="020B0503020202020204" pitchFamily="34" charset="0"/>
              </a:endParaRP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3D632C7E-A311-40ED-A419-D88D5FED692C}"/>
                </a:ext>
              </a:extLst>
            </p:cNvPr>
            <p:cNvSpPr/>
            <p:nvPr/>
          </p:nvSpPr>
          <p:spPr>
            <a:xfrm>
              <a:off x="2385465" y="1072545"/>
              <a:ext cx="266145" cy="728565"/>
            </a:xfrm>
            <a:prstGeom prst="roundRect">
              <a:avLst>
                <a:gd name="adj" fmla="val 20188"/>
              </a:avLst>
            </a:pr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53C319F-0938-4F2C-819A-E7D02E8A7FFE}"/>
              </a:ext>
            </a:extLst>
          </p:cNvPr>
          <p:cNvGrpSpPr/>
          <p:nvPr/>
        </p:nvGrpSpPr>
        <p:grpSpPr>
          <a:xfrm>
            <a:off x="2433241" y="2568857"/>
            <a:ext cx="3228304" cy="3611119"/>
            <a:chOff x="904386" y="1072545"/>
            <a:chExt cx="3228304" cy="3611119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071821F7-A424-46FE-A9B0-F02D0B0B2DD8}"/>
                </a:ext>
              </a:extLst>
            </p:cNvPr>
            <p:cNvSpPr/>
            <p:nvPr/>
          </p:nvSpPr>
          <p:spPr>
            <a:xfrm>
              <a:off x="904386" y="1455360"/>
              <a:ext cx="3228304" cy="3228304"/>
            </a:xfrm>
            <a:custGeom>
              <a:avLst/>
              <a:gdLst>
                <a:gd name="connsiteX0" fmla="*/ 1611994 w 3228304"/>
                <a:gd name="connsiteY0" fmla="*/ 152400 h 3228304"/>
                <a:gd name="connsiteX1" fmla="*/ 1391783 w 3228304"/>
                <a:gd name="connsiteY1" fmla="*/ 372611 h 3228304"/>
                <a:gd name="connsiteX2" fmla="*/ 1611994 w 3228304"/>
                <a:gd name="connsiteY2" fmla="*/ 592822 h 3228304"/>
                <a:gd name="connsiteX3" fmla="*/ 1832205 w 3228304"/>
                <a:gd name="connsiteY3" fmla="*/ 372611 h 3228304"/>
                <a:gd name="connsiteX4" fmla="*/ 1611994 w 3228304"/>
                <a:gd name="connsiteY4" fmla="*/ 152400 h 3228304"/>
                <a:gd name="connsiteX5" fmla="*/ 1614152 w 3228304"/>
                <a:gd name="connsiteY5" fmla="*/ 0 h 3228304"/>
                <a:gd name="connsiteX6" fmla="*/ 3228304 w 3228304"/>
                <a:gd name="connsiteY6" fmla="*/ 1614152 h 3228304"/>
                <a:gd name="connsiteX7" fmla="*/ 1614152 w 3228304"/>
                <a:gd name="connsiteY7" fmla="*/ 3228304 h 3228304"/>
                <a:gd name="connsiteX8" fmla="*/ 0 w 3228304"/>
                <a:gd name="connsiteY8" fmla="*/ 1614152 h 3228304"/>
                <a:gd name="connsiteX9" fmla="*/ 1614152 w 3228304"/>
                <a:gd name="connsiteY9" fmla="*/ 0 h 322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28304" h="3228304">
                  <a:moveTo>
                    <a:pt x="1611994" y="152400"/>
                  </a:moveTo>
                  <a:cubicBezTo>
                    <a:pt x="1490375" y="152400"/>
                    <a:pt x="1391783" y="250992"/>
                    <a:pt x="1391783" y="372611"/>
                  </a:cubicBezTo>
                  <a:cubicBezTo>
                    <a:pt x="1391783" y="494230"/>
                    <a:pt x="1490375" y="592822"/>
                    <a:pt x="1611994" y="592822"/>
                  </a:cubicBezTo>
                  <a:cubicBezTo>
                    <a:pt x="1733613" y="592822"/>
                    <a:pt x="1832205" y="494230"/>
                    <a:pt x="1832205" y="372611"/>
                  </a:cubicBezTo>
                  <a:cubicBezTo>
                    <a:pt x="1832205" y="250992"/>
                    <a:pt x="1733613" y="152400"/>
                    <a:pt x="1611994" y="152400"/>
                  </a:cubicBezTo>
                  <a:close/>
                  <a:moveTo>
                    <a:pt x="1614152" y="0"/>
                  </a:moveTo>
                  <a:cubicBezTo>
                    <a:pt x="2505624" y="0"/>
                    <a:pt x="3228304" y="722680"/>
                    <a:pt x="3228304" y="1614152"/>
                  </a:cubicBezTo>
                  <a:cubicBezTo>
                    <a:pt x="3228304" y="2505624"/>
                    <a:pt x="2505624" y="3228304"/>
                    <a:pt x="1614152" y="3228304"/>
                  </a:cubicBezTo>
                  <a:cubicBezTo>
                    <a:pt x="722680" y="3228304"/>
                    <a:pt x="0" y="2505624"/>
                    <a:pt x="0" y="1614152"/>
                  </a:cubicBezTo>
                  <a:cubicBezTo>
                    <a:pt x="0" y="722680"/>
                    <a:pt x="722680" y="0"/>
                    <a:pt x="1614152" y="0"/>
                  </a:cubicBezTo>
                  <a:close/>
                </a:path>
              </a:pathLst>
            </a:custGeom>
            <a:solidFill>
              <a:srgbClr val="E66E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4000">
                <a:latin typeface="Bebas Neue" panose="020B0606020202050201" pitchFamily="34" charset="0"/>
              </a:endParaRP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220A3A7D-9A17-4C3F-86A1-9B796935D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376" y="1674675"/>
              <a:ext cx="1188396" cy="1114409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ABF8611-3C8B-4ECC-A6C1-D664D6B3C1F9}"/>
                </a:ext>
              </a:extLst>
            </p:cNvPr>
            <p:cNvSpPr txBox="1"/>
            <p:nvPr/>
          </p:nvSpPr>
          <p:spPr>
            <a:xfrm>
              <a:off x="1706597" y="4131049"/>
              <a:ext cx="1623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bg1"/>
                  </a:solidFill>
                  <a:latin typeface="Bebas Neue" panose="020B0606020202050201" pitchFamily="34" charset="0"/>
                </a:rPr>
                <a:t>componente</a:t>
              </a:r>
              <a:endParaRPr lang="id-ID" dirty="0"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A57A70C-DE5F-425C-87BD-62AE9AF282F1}"/>
                </a:ext>
              </a:extLst>
            </p:cNvPr>
            <p:cNvSpPr txBox="1"/>
            <p:nvPr/>
          </p:nvSpPr>
          <p:spPr>
            <a:xfrm>
              <a:off x="1537463" y="2800197"/>
              <a:ext cx="196215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latin typeface="Agency FB" panose="020B0503020202020204" pitchFamily="34" charset="0"/>
                </a:rPr>
                <a:t>Porta de comunicação</a:t>
              </a:r>
              <a:endParaRPr lang="id-ID" sz="3200" dirty="0">
                <a:latin typeface="Agency FB" panose="020B0503020202020204" pitchFamily="34" charset="0"/>
              </a:endParaRP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DC45125E-F609-4A15-995F-3E10FDF4E26A}"/>
                </a:ext>
              </a:extLst>
            </p:cNvPr>
            <p:cNvSpPr/>
            <p:nvPr/>
          </p:nvSpPr>
          <p:spPr>
            <a:xfrm>
              <a:off x="2385465" y="1072545"/>
              <a:ext cx="266145" cy="728565"/>
            </a:xfrm>
            <a:prstGeom prst="roundRect">
              <a:avLst>
                <a:gd name="adj" fmla="val 20188"/>
              </a:avLst>
            </a:pr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8BE3780-C917-4961-941A-72B0D00EE1F8}"/>
              </a:ext>
            </a:extLst>
          </p:cNvPr>
          <p:cNvGrpSpPr/>
          <p:nvPr/>
        </p:nvGrpSpPr>
        <p:grpSpPr>
          <a:xfrm>
            <a:off x="233315" y="589649"/>
            <a:ext cx="3228304" cy="3611119"/>
            <a:chOff x="904386" y="1072545"/>
            <a:chExt cx="3228304" cy="3611119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340FE06-08A6-402D-B209-84F6506EEF12}"/>
                </a:ext>
              </a:extLst>
            </p:cNvPr>
            <p:cNvSpPr/>
            <p:nvPr/>
          </p:nvSpPr>
          <p:spPr>
            <a:xfrm>
              <a:off x="904386" y="1455360"/>
              <a:ext cx="3228304" cy="3228304"/>
            </a:xfrm>
            <a:custGeom>
              <a:avLst/>
              <a:gdLst>
                <a:gd name="connsiteX0" fmla="*/ 1611994 w 3228304"/>
                <a:gd name="connsiteY0" fmla="*/ 152400 h 3228304"/>
                <a:gd name="connsiteX1" fmla="*/ 1391783 w 3228304"/>
                <a:gd name="connsiteY1" fmla="*/ 372611 h 3228304"/>
                <a:gd name="connsiteX2" fmla="*/ 1611994 w 3228304"/>
                <a:gd name="connsiteY2" fmla="*/ 592822 h 3228304"/>
                <a:gd name="connsiteX3" fmla="*/ 1832205 w 3228304"/>
                <a:gd name="connsiteY3" fmla="*/ 372611 h 3228304"/>
                <a:gd name="connsiteX4" fmla="*/ 1611994 w 3228304"/>
                <a:gd name="connsiteY4" fmla="*/ 152400 h 3228304"/>
                <a:gd name="connsiteX5" fmla="*/ 1614152 w 3228304"/>
                <a:gd name="connsiteY5" fmla="*/ 0 h 3228304"/>
                <a:gd name="connsiteX6" fmla="*/ 3228304 w 3228304"/>
                <a:gd name="connsiteY6" fmla="*/ 1614152 h 3228304"/>
                <a:gd name="connsiteX7" fmla="*/ 1614152 w 3228304"/>
                <a:gd name="connsiteY7" fmla="*/ 3228304 h 3228304"/>
                <a:gd name="connsiteX8" fmla="*/ 0 w 3228304"/>
                <a:gd name="connsiteY8" fmla="*/ 1614152 h 3228304"/>
                <a:gd name="connsiteX9" fmla="*/ 1614152 w 3228304"/>
                <a:gd name="connsiteY9" fmla="*/ 0 h 322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28304" h="3228304">
                  <a:moveTo>
                    <a:pt x="1611994" y="152400"/>
                  </a:moveTo>
                  <a:cubicBezTo>
                    <a:pt x="1490375" y="152400"/>
                    <a:pt x="1391783" y="250992"/>
                    <a:pt x="1391783" y="372611"/>
                  </a:cubicBezTo>
                  <a:cubicBezTo>
                    <a:pt x="1391783" y="494230"/>
                    <a:pt x="1490375" y="592822"/>
                    <a:pt x="1611994" y="592822"/>
                  </a:cubicBezTo>
                  <a:cubicBezTo>
                    <a:pt x="1733613" y="592822"/>
                    <a:pt x="1832205" y="494230"/>
                    <a:pt x="1832205" y="372611"/>
                  </a:cubicBezTo>
                  <a:cubicBezTo>
                    <a:pt x="1832205" y="250992"/>
                    <a:pt x="1733613" y="152400"/>
                    <a:pt x="1611994" y="152400"/>
                  </a:cubicBezTo>
                  <a:close/>
                  <a:moveTo>
                    <a:pt x="1614152" y="0"/>
                  </a:moveTo>
                  <a:cubicBezTo>
                    <a:pt x="2505624" y="0"/>
                    <a:pt x="3228304" y="722680"/>
                    <a:pt x="3228304" y="1614152"/>
                  </a:cubicBezTo>
                  <a:cubicBezTo>
                    <a:pt x="3228304" y="2505624"/>
                    <a:pt x="2505624" y="3228304"/>
                    <a:pt x="1614152" y="3228304"/>
                  </a:cubicBezTo>
                  <a:cubicBezTo>
                    <a:pt x="722680" y="3228304"/>
                    <a:pt x="0" y="2505624"/>
                    <a:pt x="0" y="1614152"/>
                  </a:cubicBezTo>
                  <a:cubicBezTo>
                    <a:pt x="0" y="722680"/>
                    <a:pt x="722680" y="0"/>
                    <a:pt x="1614152" y="0"/>
                  </a:cubicBezTo>
                  <a:close/>
                </a:path>
              </a:pathLst>
            </a:custGeom>
            <a:solidFill>
              <a:srgbClr val="FFC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4000">
                <a:latin typeface="Bebas Neue" panose="020B0606020202050201" pitchFamily="34" charset="0"/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2205CFB-74F5-4CE6-AE75-1CD90E6BE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376" y="1674675"/>
              <a:ext cx="1188396" cy="1114409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123BFA0-1162-4C90-8589-D53025BF5114}"/>
                </a:ext>
              </a:extLst>
            </p:cNvPr>
            <p:cNvSpPr txBox="1"/>
            <p:nvPr/>
          </p:nvSpPr>
          <p:spPr>
            <a:xfrm>
              <a:off x="1706597" y="4131049"/>
              <a:ext cx="1623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bg1"/>
                  </a:solidFill>
                  <a:latin typeface="Bebas Neue" panose="020B0606020202050201" pitchFamily="34" charset="0"/>
                </a:rPr>
                <a:t>componente</a:t>
              </a:r>
              <a:endParaRPr lang="id-ID" dirty="0"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2C6DFA0-7308-4F92-AAD3-207CC9A1196E}"/>
                </a:ext>
              </a:extLst>
            </p:cNvPr>
            <p:cNvSpPr txBox="1"/>
            <p:nvPr/>
          </p:nvSpPr>
          <p:spPr>
            <a:xfrm>
              <a:off x="1537463" y="2800197"/>
              <a:ext cx="196215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latin typeface="Agency FB" panose="020B0503020202020204" pitchFamily="34" charset="0"/>
                </a:rPr>
                <a:t>Núcleo do sistema</a:t>
              </a:r>
              <a:endParaRPr lang="id-ID" sz="3200" dirty="0">
                <a:latin typeface="Agency FB" panose="020B0503020202020204" pitchFamily="34" charset="0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820E6C2-FEE8-4211-B452-D8FF05A3EC7B}"/>
                </a:ext>
              </a:extLst>
            </p:cNvPr>
            <p:cNvSpPr/>
            <p:nvPr/>
          </p:nvSpPr>
          <p:spPr>
            <a:xfrm>
              <a:off x="2385465" y="1072545"/>
              <a:ext cx="266145" cy="728565"/>
            </a:xfrm>
            <a:prstGeom prst="roundRect">
              <a:avLst>
                <a:gd name="adj" fmla="val 20188"/>
              </a:avLst>
            </a:pr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</p:spTree>
    <p:extLst>
      <p:ext uri="{BB962C8B-B14F-4D97-AF65-F5344CB8AC3E}">
        <p14:creationId xmlns:p14="http://schemas.microsoft.com/office/powerpoint/2010/main" val="309153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D4FF">
            <a:alpha val="3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7D667E5-6BF4-4DF2-9C8E-B69C480E9651}"/>
              </a:ext>
            </a:extLst>
          </p:cNvPr>
          <p:cNvGrpSpPr/>
          <p:nvPr/>
        </p:nvGrpSpPr>
        <p:grpSpPr>
          <a:xfrm rot="4906330">
            <a:off x="4813411" y="-2940426"/>
            <a:ext cx="4741847" cy="8570268"/>
            <a:chOff x="4202799" y="-3160211"/>
            <a:chExt cx="4741847" cy="8570268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D552CE7-6E30-4529-B2AD-636306596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9484" y="1447943"/>
              <a:ext cx="4225162" cy="3962114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26C07C-08D8-4B9B-9A33-91A5F2533452}"/>
                </a:ext>
              </a:extLst>
            </p:cNvPr>
            <p:cNvSpPr/>
            <p:nvPr/>
          </p:nvSpPr>
          <p:spPr>
            <a:xfrm rot="3087664">
              <a:off x="656799" y="525490"/>
              <a:ext cx="7200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BD16F-AE0B-4562-AD16-2FE73AE1F83E}"/>
                </a:ext>
              </a:extLst>
            </p:cNvPr>
            <p:cNvSpPr/>
            <p:nvPr/>
          </p:nvSpPr>
          <p:spPr>
            <a:xfrm rot="3087664">
              <a:off x="956881" y="385789"/>
              <a:ext cx="7200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7A9EE2-B82F-41F7-A611-37D008EA8CB3}"/>
              </a:ext>
            </a:extLst>
          </p:cNvPr>
          <p:cNvSpPr/>
          <p:nvPr/>
        </p:nvSpPr>
        <p:spPr>
          <a:xfrm rot="21062370">
            <a:off x="626343" y="2171735"/>
            <a:ext cx="11189416" cy="263573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Plain">
              <a:avLst/>
            </a:prstTxWarp>
          </a:bodyPr>
          <a:lstStyle/>
          <a:p>
            <a:pPr algn="ctr"/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C03C2E"/>
                </a:solidFill>
                <a:latin typeface="Bebas Neue" panose="020B0606020202050201" pitchFamily="34" charset="0"/>
              </a:rPr>
              <a:t>c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FFC000"/>
                </a:solidFill>
                <a:latin typeface="Bebas Neue" panose="020B0606020202050201" pitchFamily="34" charset="0"/>
              </a:rPr>
              <a:t>o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92D050"/>
                </a:solidFill>
                <a:latin typeface="Bebas Neue" panose="020B0606020202050201" pitchFamily="34" charset="0"/>
              </a:rPr>
              <a:t>n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0070C0"/>
                </a:solidFill>
                <a:latin typeface="Bebas Neue" panose="020B0606020202050201" pitchFamily="34" charset="0"/>
              </a:rPr>
              <a:t>e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C03C2E"/>
                </a:solidFill>
                <a:latin typeface="Bebas Neue" panose="020B0606020202050201" pitchFamily="34" charset="0"/>
              </a:rPr>
              <a:t>c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FFC000"/>
                </a:solidFill>
                <a:latin typeface="Bebas Neue" panose="020B0606020202050201" pitchFamily="34" charset="0"/>
              </a:rPr>
              <a:t>t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92D050"/>
                </a:solidFill>
                <a:latin typeface="Bebas Neue" panose="020B0606020202050201" pitchFamily="34" charset="0"/>
              </a:rPr>
              <a:t>o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0070C0"/>
                </a:solidFill>
                <a:latin typeface="Bebas Neue" panose="020B0606020202050201" pitchFamily="34" charset="0"/>
              </a:rPr>
              <a:t>r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C03C2E"/>
                </a:solidFill>
                <a:latin typeface="Bebas Neue" panose="020B0606020202050201" pitchFamily="34" charset="0"/>
              </a:rPr>
              <a:t>e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FFC000"/>
                </a:solidFill>
                <a:latin typeface="Bebas Neue" panose="020B0606020202050201" pitchFamily="34" charset="0"/>
              </a:rPr>
              <a:t>s</a:t>
            </a:r>
            <a:endParaRPr lang="id-ID" sz="6600" dirty="0">
              <a:ln w="28575">
                <a:solidFill>
                  <a:schemeClr val="bg1"/>
                </a:solidFill>
              </a:ln>
              <a:solidFill>
                <a:srgbClr val="FFC000"/>
              </a:solidFill>
              <a:latin typeface="Bebas Neue" panose="020B0606020202050201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3E9E9-4BEE-4A69-8F63-FBC6926074F5}"/>
              </a:ext>
            </a:extLst>
          </p:cNvPr>
          <p:cNvSpPr/>
          <p:nvPr/>
        </p:nvSpPr>
        <p:spPr>
          <a:xfrm rot="21132772">
            <a:off x="-6505223" y="-5054733"/>
            <a:ext cx="19491551" cy="340396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496C1-7EEA-4DD4-8920-4B0A7082E565}"/>
              </a:ext>
            </a:extLst>
          </p:cNvPr>
          <p:cNvSpPr/>
          <p:nvPr/>
        </p:nvSpPr>
        <p:spPr>
          <a:xfrm rot="21132772">
            <a:off x="-2695224" y="8813667"/>
            <a:ext cx="19491551" cy="340396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C0AD8E-1B0A-4573-8B50-63661346E61B}"/>
              </a:ext>
            </a:extLst>
          </p:cNvPr>
          <p:cNvSpPr/>
          <p:nvPr/>
        </p:nvSpPr>
        <p:spPr>
          <a:xfrm rot="21132772">
            <a:off x="-6505223" y="-5054733"/>
            <a:ext cx="19491551" cy="34039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B9DAEE-8FFA-410E-A3DD-8D3D99CF29A0}"/>
              </a:ext>
            </a:extLst>
          </p:cNvPr>
          <p:cNvSpPr/>
          <p:nvPr/>
        </p:nvSpPr>
        <p:spPr>
          <a:xfrm rot="21132772">
            <a:off x="-2695224" y="8813667"/>
            <a:ext cx="19491551" cy="34039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881A3E-B4DA-46FD-9508-D6078C0B3F40}"/>
              </a:ext>
            </a:extLst>
          </p:cNvPr>
          <p:cNvSpPr/>
          <p:nvPr/>
        </p:nvSpPr>
        <p:spPr>
          <a:xfrm rot="21132772">
            <a:off x="-6505225" y="-5054734"/>
            <a:ext cx="19491551" cy="34039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32265A-F92D-4578-8F06-005B4552C0E1}"/>
              </a:ext>
            </a:extLst>
          </p:cNvPr>
          <p:cNvSpPr/>
          <p:nvPr/>
        </p:nvSpPr>
        <p:spPr>
          <a:xfrm rot="21132772">
            <a:off x="-2695226" y="8813666"/>
            <a:ext cx="19491551" cy="34039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87078C-1497-4ECD-8B1F-034762107C92}"/>
              </a:ext>
            </a:extLst>
          </p:cNvPr>
          <p:cNvSpPr/>
          <p:nvPr/>
        </p:nvSpPr>
        <p:spPr>
          <a:xfrm rot="21132772">
            <a:off x="-6505224" y="-5054734"/>
            <a:ext cx="19491551" cy="3403964"/>
          </a:xfrm>
          <a:prstGeom prst="rect">
            <a:avLst/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18CFF6-18F5-46FC-A658-DCBC6A0AEF58}"/>
              </a:ext>
            </a:extLst>
          </p:cNvPr>
          <p:cNvSpPr/>
          <p:nvPr/>
        </p:nvSpPr>
        <p:spPr>
          <a:xfrm rot="21132772">
            <a:off x="-2695225" y="8813666"/>
            <a:ext cx="19491551" cy="3403964"/>
          </a:xfrm>
          <a:prstGeom prst="rect">
            <a:avLst/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F464DF-D90A-49B3-B4DC-76FCCD9394D9}"/>
              </a:ext>
            </a:extLst>
          </p:cNvPr>
          <p:cNvGrpSpPr/>
          <p:nvPr/>
        </p:nvGrpSpPr>
        <p:grpSpPr>
          <a:xfrm>
            <a:off x="12465922" y="-5517840"/>
            <a:ext cx="19344475" cy="5349589"/>
            <a:chOff x="12465922" y="-5517840"/>
            <a:chExt cx="19344475" cy="5349589"/>
          </a:xfrm>
        </p:grpSpPr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598A33F4-5734-465F-98FA-D698245DBB73}"/>
                </a:ext>
              </a:extLst>
            </p:cNvPr>
            <p:cNvSpPr/>
            <p:nvPr/>
          </p:nvSpPr>
          <p:spPr>
            <a:xfrm rot="10330971">
              <a:off x="12465922" y="-5517840"/>
              <a:ext cx="19344475" cy="5349589"/>
            </a:xfrm>
            <a:prstGeom prst="rightArrow">
              <a:avLst>
                <a:gd name="adj1" fmla="val 50000"/>
                <a:gd name="adj2" fmla="val 72417"/>
              </a:avLst>
            </a:prstGeom>
            <a:solidFill>
              <a:srgbClr val="FFFF0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800" dirty="0"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869B1F8-0187-4BC8-8BFB-E0A7407EB356}"/>
                </a:ext>
              </a:extLst>
            </p:cNvPr>
            <p:cNvSpPr/>
            <p:nvPr/>
          </p:nvSpPr>
          <p:spPr>
            <a:xfrm rot="21133746">
              <a:off x="16346850" y="-4269093"/>
              <a:ext cx="15062550" cy="222028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Plain">
                <a:avLst/>
              </a:prstTxWarp>
            </a:bodyPr>
            <a:lstStyle/>
            <a:p>
              <a:pPr algn="ctr"/>
              <a:r>
                <a:rPr lang="pt-BR" sz="9600" dirty="0">
                  <a:ln w="28575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Bebas Neue" panose="020B0606020202050201" pitchFamily="34" charset="0"/>
                </a:rPr>
                <a:t>conectores</a:t>
              </a:r>
              <a:endParaRPr lang="id-ID" sz="9600" dirty="0">
                <a:ln w="28575">
                  <a:solidFill>
                    <a:schemeClr val="bg1"/>
                  </a:solidFill>
                </a:ln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F1E7E5-7051-4198-94FA-0FF8C4CF1FF1}"/>
              </a:ext>
            </a:extLst>
          </p:cNvPr>
          <p:cNvGrpSpPr/>
          <p:nvPr/>
        </p:nvGrpSpPr>
        <p:grpSpPr>
          <a:xfrm>
            <a:off x="-19608140" y="6889201"/>
            <a:ext cx="19344475" cy="4197899"/>
            <a:chOff x="-19608140" y="6889201"/>
            <a:chExt cx="19344475" cy="5349589"/>
          </a:xfrm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EA565F74-C6FA-4FCD-ABBF-B458D3E88598}"/>
                </a:ext>
              </a:extLst>
            </p:cNvPr>
            <p:cNvSpPr/>
            <p:nvPr/>
          </p:nvSpPr>
          <p:spPr>
            <a:xfrm rot="21156679">
              <a:off x="-19608140" y="6889201"/>
              <a:ext cx="19344475" cy="5349589"/>
            </a:xfrm>
            <a:prstGeom prst="rightArrow">
              <a:avLst>
                <a:gd name="adj1" fmla="val 50000"/>
                <a:gd name="adj2" fmla="val 72417"/>
              </a:avLst>
            </a:prstGeom>
            <a:solidFill>
              <a:srgbClr val="00B0F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bg1"/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A74AF0A-2871-4BB4-BE31-59E042EBF0E1}"/>
                </a:ext>
              </a:extLst>
            </p:cNvPr>
            <p:cNvSpPr/>
            <p:nvPr/>
          </p:nvSpPr>
          <p:spPr>
            <a:xfrm rot="21133746">
              <a:off x="-19284063" y="8675302"/>
              <a:ext cx="15062550" cy="222028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Plain">
                <a:avLst/>
              </a:prstTxWarp>
            </a:bodyPr>
            <a:lstStyle/>
            <a:p>
              <a:pPr algn="ctr"/>
              <a:r>
                <a:rPr lang="pt-BR" sz="9600" dirty="0">
                  <a:ln w="28575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Bebas Neue" panose="020B0606020202050201" pitchFamily="34" charset="0"/>
                </a:rPr>
                <a:t>conectores</a:t>
              </a:r>
              <a:endParaRPr lang="id-ID" sz="9600" dirty="0">
                <a:ln w="28575">
                  <a:solidFill>
                    <a:schemeClr val="bg1"/>
                  </a:solidFill>
                </a:ln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561297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31000" decel="33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800000">
                                      <p:cBhvr>
                                        <p:cTn id="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85185E-6 L 1.32083 -0.30324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042" y="-1516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33333E-6 L -1.42201 0.36157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107" y="1807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1.32083 -0.30324 L 1.5931 -0.3606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07" y="-287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42201 0.36158 L -1.64701 0.4145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43" y="2523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6" presetClass="entr" presetSubtype="4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5" grpId="0" animBg="1"/>
      <p:bldP spid="16" grpId="0" animBg="1"/>
      <p:bldP spid="10" grpId="0" animBg="1"/>
      <p:bldP spid="14" grpId="0" animBg="1"/>
      <p:bldP spid="8" grpId="0" animBg="1"/>
      <p:bldP spid="9" grpId="0" animBg="1"/>
      <p:bldP spid="13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8AF29A-526B-4FD8-BB98-2905C1E37007}"/>
              </a:ext>
            </a:extLst>
          </p:cNvPr>
          <p:cNvSpPr/>
          <p:nvPr/>
        </p:nvSpPr>
        <p:spPr>
          <a:xfrm>
            <a:off x="1717586" y="1249985"/>
            <a:ext cx="8314355" cy="4390886"/>
          </a:xfrm>
          <a:prstGeom prst="roundRect">
            <a:avLst>
              <a:gd name="adj" fmla="val 215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D70379-6D2E-4A7E-A0D8-273FDDB82378}"/>
              </a:ext>
            </a:extLst>
          </p:cNvPr>
          <p:cNvCxnSpPr>
            <a:cxnSpLocks/>
          </p:cNvCxnSpPr>
          <p:nvPr/>
        </p:nvCxnSpPr>
        <p:spPr>
          <a:xfrm>
            <a:off x="1717586" y="1752242"/>
            <a:ext cx="83143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F4604CF-7C8C-492F-B2FF-BBB846C22474}"/>
              </a:ext>
            </a:extLst>
          </p:cNvPr>
          <p:cNvSpPr/>
          <p:nvPr/>
        </p:nvSpPr>
        <p:spPr>
          <a:xfrm>
            <a:off x="1922351" y="1399514"/>
            <a:ext cx="203200" cy="203200"/>
          </a:xfrm>
          <a:prstGeom prst="ellipse">
            <a:avLst/>
          </a:prstGeom>
          <a:solidFill>
            <a:srgbClr val="F761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80A14D-C7F2-469A-97DC-A2A1FD5FE85E}"/>
              </a:ext>
            </a:extLst>
          </p:cNvPr>
          <p:cNvSpPr/>
          <p:nvPr/>
        </p:nvSpPr>
        <p:spPr>
          <a:xfrm>
            <a:off x="2268426" y="1399514"/>
            <a:ext cx="203200" cy="203200"/>
          </a:xfrm>
          <a:prstGeom prst="ellipse">
            <a:avLst/>
          </a:prstGeom>
          <a:solidFill>
            <a:srgbClr val="FCB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02C64A-AE6D-4C71-A99C-994E63003A28}"/>
              </a:ext>
            </a:extLst>
          </p:cNvPr>
          <p:cNvSpPr/>
          <p:nvPr/>
        </p:nvSpPr>
        <p:spPr>
          <a:xfrm>
            <a:off x="2614501" y="1399514"/>
            <a:ext cx="203200" cy="203200"/>
          </a:xfrm>
          <a:prstGeom prst="ellipse">
            <a:avLst/>
          </a:prstGeom>
          <a:solidFill>
            <a:srgbClr val="3CC3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72CC820-102B-4EA8-BAD4-787C8999FCE8}"/>
              </a:ext>
            </a:extLst>
          </p:cNvPr>
          <p:cNvSpPr/>
          <p:nvPr/>
        </p:nvSpPr>
        <p:spPr>
          <a:xfrm>
            <a:off x="4608029" y="2279237"/>
            <a:ext cx="1166191" cy="1166191"/>
          </a:xfrm>
          <a:prstGeom prst="ellipse">
            <a:avLst/>
          </a:prstGeom>
          <a:solidFill>
            <a:srgbClr val="F7615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D460C4-A7FB-4C28-BED6-F9DE9B13202E}"/>
              </a:ext>
            </a:extLst>
          </p:cNvPr>
          <p:cNvSpPr/>
          <p:nvPr/>
        </p:nvSpPr>
        <p:spPr>
          <a:xfrm>
            <a:off x="4608030" y="2279238"/>
            <a:ext cx="1166191" cy="11661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02B470-1195-4481-B7E6-AC7DFA219A44}"/>
              </a:ext>
            </a:extLst>
          </p:cNvPr>
          <p:cNvSpPr/>
          <p:nvPr/>
        </p:nvSpPr>
        <p:spPr>
          <a:xfrm>
            <a:off x="6096000" y="2279237"/>
            <a:ext cx="1166191" cy="11661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16717E-BB62-4914-9C9E-6A81315B4B87}"/>
              </a:ext>
            </a:extLst>
          </p:cNvPr>
          <p:cNvSpPr/>
          <p:nvPr/>
        </p:nvSpPr>
        <p:spPr>
          <a:xfrm>
            <a:off x="4608030" y="3723723"/>
            <a:ext cx="1166191" cy="11661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420063-2704-443C-B1DF-8D91F8EC790A}"/>
              </a:ext>
            </a:extLst>
          </p:cNvPr>
          <p:cNvSpPr/>
          <p:nvPr/>
        </p:nvSpPr>
        <p:spPr>
          <a:xfrm>
            <a:off x="6096000" y="3723723"/>
            <a:ext cx="1166191" cy="11661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5" name="Graphic 14" descr="Magnifying glass">
            <a:extLst>
              <a:ext uri="{FF2B5EF4-FFF2-40B4-BE49-F238E27FC236}">
                <a16:creationId xmlns:a16="http://schemas.microsoft.com/office/drawing/2014/main" id="{4CF7E696-7B2F-4FED-B04E-A0BA1D75E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6706" y="4014917"/>
            <a:ext cx="583801" cy="583801"/>
          </a:xfrm>
          <a:prstGeom prst="rect">
            <a:avLst/>
          </a:prstGeom>
        </p:spPr>
      </p:pic>
      <p:pic>
        <p:nvPicPr>
          <p:cNvPr id="17" name="Graphic 16" descr="Handshake">
            <a:extLst>
              <a:ext uri="{FF2B5EF4-FFF2-40B4-BE49-F238E27FC236}">
                <a16:creationId xmlns:a16="http://schemas.microsoft.com/office/drawing/2014/main" id="{B3FF6006-4918-499C-B251-468D49777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8030" y="4014917"/>
            <a:ext cx="583801" cy="583801"/>
          </a:xfrm>
          <a:prstGeom prst="rect">
            <a:avLst/>
          </a:prstGeom>
        </p:spPr>
      </p:pic>
      <p:pic>
        <p:nvPicPr>
          <p:cNvPr id="19" name="Graphic 18" descr="Questions">
            <a:extLst>
              <a:ext uri="{FF2B5EF4-FFF2-40B4-BE49-F238E27FC236}">
                <a16:creationId xmlns:a16="http://schemas.microsoft.com/office/drawing/2014/main" id="{AD2B1C6E-0DE0-4927-9123-3D7075151D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6706" y="2570431"/>
            <a:ext cx="583801" cy="583801"/>
          </a:xfrm>
          <a:prstGeom prst="rect">
            <a:avLst/>
          </a:prstGeom>
        </p:spPr>
      </p:pic>
      <p:pic>
        <p:nvPicPr>
          <p:cNvPr id="21" name="Graphic 20" descr="Daily calendar">
            <a:extLst>
              <a:ext uri="{FF2B5EF4-FFF2-40B4-BE49-F238E27FC236}">
                <a16:creationId xmlns:a16="http://schemas.microsoft.com/office/drawing/2014/main" id="{9294DF7B-00EB-4509-A362-A1DE622D55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08030" y="2570431"/>
            <a:ext cx="583801" cy="583801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8E06E5B-1247-44B7-9595-BEF535808BFF}"/>
              </a:ext>
            </a:extLst>
          </p:cNvPr>
          <p:cNvGrpSpPr/>
          <p:nvPr/>
        </p:nvGrpSpPr>
        <p:grpSpPr>
          <a:xfrm>
            <a:off x="2462007" y="2458243"/>
            <a:ext cx="1861101" cy="722217"/>
            <a:chOff x="2462007" y="2458243"/>
            <a:chExt cx="1861101" cy="72221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A57B34-9852-42A1-9564-3308C875A226}"/>
                </a:ext>
              </a:extLst>
            </p:cNvPr>
            <p:cNvSpPr txBox="1"/>
            <p:nvPr/>
          </p:nvSpPr>
          <p:spPr>
            <a:xfrm>
              <a:off x="2462007" y="2458243"/>
              <a:ext cx="1861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800" dirty="0">
                  <a:solidFill>
                    <a:srgbClr val="F7615D"/>
                  </a:solidFill>
                  <a:latin typeface="Bebas Neue" panose="020B0606020202050201" pitchFamily="34" charset="0"/>
                </a:rPr>
                <a:t>Conector</a:t>
              </a:r>
              <a:endParaRPr lang="id-ID" sz="2800" dirty="0">
                <a:solidFill>
                  <a:srgbClr val="F7615D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E46E34-10D6-43F5-A92E-53BBFAA1CBB8}"/>
                </a:ext>
              </a:extLst>
            </p:cNvPr>
            <p:cNvSpPr txBox="1"/>
            <p:nvPr/>
          </p:nvSpPr>
          <p:spPr>
            <a:xfrm>
              <a:off x="2462007" y="2811128"/>
              <a:ext cx="1861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>
                  <a:latin typeface="Agency FB" panose="020B0503020202020204" pitchFamily="34" charset="0"/>
                </a:rPr>
                <a:t>Interface de rota</a:t>
              </a:r>
              <a:endParaRPr lang="id-ID" dirty="0">
                <a:latin typeface="Agency FB" panose="020B05030202020202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33E79DF-EA9A-4FB8-BFAD-B5870762C2B9}"/>
              </a:ext>
            </a:extLst>
          </p:cNvPr>
          <p:cNvSpPr/>
          <p:nvPr/>
        </p:nvSpPr>
        <p:spPr>
          <a:xfrm>
            <a:off x="0" y="6167865"/>
            <a:ext cx="12192000" cy="206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1598B6-BF9E-42C1-8E26-68339824EF9A}"/>
              </a:ext>
            </a:extLst>
          </p:cNvPr>
          <p:cNvSpPr/>
          <p:nvPr/>
        </p:nvSpPr>
        <p:spPr>
          <a:xfrm>
            <a:off x="0" y="5829039"/>
            <a:ext cx="5203065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9E8585C-E4EE-4E2D-A2CA-E2C479BEAAE5}"/>
              </a:ext>
            </a:extLst>
          </p:cNvPr>
          <p:cNvSpPr/>
          <p:nvPr/>
        </p:nvSpPr>
        <p:spPr>
          <a:xfrm>
            <a:off x="6988935" y="782392"/>
            <a:ext cx="5203065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D89D7E-A6C1-4E85-8662-E6BDC93634A4}"/>
              </a:ext>
            </a:extLst>
          </p:cNvPr>
          <p:cNvSpPr/>
          <p:nvPr/>
        </p:nvSpPr>
        <p:spPr>
          <a:xfrm>
            <a:off x="4069725" y="484141"/>
            <a:ext cx="8122276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91128A-7D7C-4D96-994A-FEA3363BE7E0}"/>
              </a:ext>
            </a:extLst>
          </p:cNvPr>
          <p:cNvSpPr txBox="1"/>
          <p:nvPr/>
        </p:nvSpPr>
        <p:spPr>
          <a:xfrm>
            <a:off x="3194898" y="1034998"/>
            <a:ext cx="60868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latin typeface="Agency FB" panose="020B0503020202020204" pitchFamily="34" charset="0"/>
              </a:rPr>
              <a:t>CONECTORES DO SISTEM</a:t>
            </a:r>
            <a:r>
              <a:rPr lang="pt-BR" sz="4400" dirty="0">
                <a:latin typeface="Agency FB" panose="020B0503020202020204" pitchFamily="34" charset="0"/>
              </a:rPr>
              <a:t>: </a:t>
            </a:r>
            <a:r>
              <a:rPr lang="pt-BR" sz="2800" dirty="0">
                <a:latin typeface="Agency FB" panose="020B0503020202020204" pitchFamily="34" charset="0"/>
              </a:rPr>
              <a:t>PORTS AND ADAPTERS</a:t>
            </a:r>
            <a:endParaRPr lang="id-ID" sz="28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64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14:prism dir="u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ACAE9CA-8790-4D7D-B4D9-39D7E234E2DA}"/>
              </a:ext>
            </a:extLst>
          </p:cNvPr>
          <p:cNvSpPr/>
          <p:nvPr/>
        </p:nvSpPr>
        <p:spPr>
          <a:xfrm>
            <a:off x="1717586" y="1249985"/>
            <a:ext cx="8314355" cy="4390886"/>
          </a:xfrm>
          <a:prstGeom prst="roundRect">
            <a:avLst>
              <a:gd name="adj" fmla="val 215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228BDEC-56A5-4DBC-9F8F-713B1A994EC1}"/>
              </a:ext>
            </a:extLst>
          </p:cNvPr>
          <p:cNvCxnSpPr>
            <a:cxnSpLocks/>
          </p:cNvCxnSpPr>
          <p:nvPr/>
        </p:nvCxnSpPr>
        <p:spPr>
          <a:xfrm>
            <a:off x="1717586" y="1752242"/>
            <a:ext cx="83143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52BDD1A-5A1E-49F8-B626-1AF3119C7473}"/>
              </a:ext>
            </a:extLst>
          </p:cNvPr>
          <p:cNvSpPr/>
          <p:nvPr/>
        </p:nvSpPr>
        <p:spPr>
          <a:xfrm>
            <a:off x="1922351" y="1399514"/>
            <a:ext cx="203200" cy="203200"/>
          </a:xfrm>
          <a:prstGeom prst="ellipse">
            <a:avLst/>
          </a:prstGeom>
          <a:solidFill>
            <a:srgbClr val="F761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0AC616-1977-480C-BD21-24F8BA964D34}"/>
              </a:ext>
            </a:extLst>
          </p:cNvPr>
          <p:cNvSpPr/>
          <p:nvPr/>
        </p:nvSpPr>
        <p:spPr>
          <a:xfrm>
            <a:off x="2268426" y="1399514"/>
            <a:ext cx="203200" cy="203200"/>
          </a:xfrm>
          <a:prstGeom prst="ellipse">
            <a:avLst/>
          </a:prstGeom>
          <a:solidFill>
            <a:srgbClr val="FCB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AD44360-6309-4B61-8EA9-CCC3D7E746A9}"/>
              </a:ext>
            </a:extLst>
          </p:cNvPr>
          <p:cNvSpPr/>
          <p:nvPr/>
        </p:nvSpPr>
        <p:spPr>
          <a:xfrm>
            <a:off x="2614501" y="1399514"/>
            <a:ext cx="203200" cy="203200"/>
          </a:xfrm>
          <a:prstGeom prst="ellipse">
            <a:avLst/>
          </a:prstGeom>
          <a:solidFill>
            <a:srgbClr val="3CC3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881A12-5872-4661-84C2-74EB761429F0}"/>
              </a:ext>
            </a:extLst>
          </p:cNvPr>
          <p:cNvSpPr/>
          <p:nvPr/>
        </p:nvSpPr>
        <p:spPr>
          <a:xfrm>
            <a:off x="0" y="6167865"/>
            <a:ext cx="12192000" cy="206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38C6C7-DEF1-467B-BCED-EF440A38FF60}"/>
              </a:ext>
            </a:extLst>
          </p:cNvPr>
          <p:cNvSpPr/>
          <p:nvPr/>
        </p:nvSpPr>
        <p:spPr>
          <a:xfrm>
            <a:off x="0" y="5829039"/>
            <a:ext cx="5203065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705EC8D-4187-4863-8B15-A443336E3AA6}"/>
              </a:ext>
            </a:extLst>
          </p:cNvPr>
          <p:cNvSpPr/>
          <p:nvPr/>
        </p:nvSpPr>
        <p:spPr>
          <a:xfrm>
            <a:off x="6988935" y="782392"/>
            <a:ext cx="5203065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C33D777-12AD-4D40-BA95-0A4A349273F0}"/>
              </a:ext>
            </a:extLst>
          </p:cNvPr>
          <p:cNvSpPr/>
          <p:nvPr/>
        </p:nvSpPr>
        <p:spPr>
          <a:xfrm>
            <a:off x="4069725" y="484141"/>
            <a:ext cx="8122276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AB2A24-BE8A-4280-B097-6F1CEB85D11C}"/>
              </a:ext>
            </a:extLst>
          </p:cNvPr>
          <p:cNvSpPr txBox="1"/>
          <p:nvPr/>
        </p:nvSpPr>
        <p:spPr>
          <a:xfrm>
            <a:off x="3044587" y="1034998"/>
            <a:ext cx="638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latin typeface="Agency FB" panose="020B0503020202020204" pitchFamily="34" charset="0"/>
              </a:rPr>
              <a:t>CONECTORES DO SISTEM</a:t>
            </a:r>
            <a:r>
              <a:rPr lang="pt-BR" sz="4400" dirty="0">
                <a:latin typeface="Agency FB" panose="020B0503020202020204" pitchFamily="34" charset="0"/>
              </a:rPr>
              <a:t>: </a:t>
            </a:r>
            <a:r>
              <a:rPr lang="pt-BR" sz="2800" dirty="0">
                <a:latin typeface="Agency FB" panose="020B0503020202020204" pitchFamily="34" charset="0"/>
              </a:rPr>
              <a:t>PORTS AND ADAPTERS</a:t>
            </a:r>
            <a:endParaRPr lang="id-ID" sz="2800" dirty="0">
              <a:latin typeface="Agency FB" panose="020B0503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D460C4-A7FB-4C28-BED6-F9DE9B13202E}"/>
              </a:ext>
            </a:extLst>
          </p:cNvPr>
          <p:cNvSpPr/>
          <p:nvPr/>
        </p:nvSpPr>
        <p:spPr>
          <a:xfrm>
            <a:off x="4608030" y="2279238"/>
            <a:ext cx="1166191" cy="1166191"/>
          </a:xfrm>
          <a:prstGeom prst="ellipse">
            <a:avLst/>
          </a:prstGeom>
          <a:solidFill>
            <a:srgbClr val="F7615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72CC820-102B-4EA8-BAD4-787C8999FCE8}"/>
              </a:ext>
            </a:extLst>
          </p:cNvPr>
          <p:cNvSpPr/>
          <p:nvPr/>
        </p:nvSpPr>
        <p:spPr>
          <a:xfrm>
            <a:off x="4608029" y="3736622"/>
            <a:ext cx="1166191" cy="1166191"/>
          </a:xfrm>
          <a:prstGeom prst="ellipse">
            <a:avLst/>
          </a:prstGeom>
          <a:solidFill>
            <a:srgbClr val="FCBC4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02B470-1195-4481-B7E6-AC7DFA219A44}"/>
              </a:ext>
            </a:extLst>
          </p:cNvPr>
          <p:cNvSpPr/>
          <p:nvPr/>
        </p:nvSpPr>
        <p:spPr>
          <a:xfrm>
            <a:off x="6096000" y="2279237"/>
            <a:ext cx="1166191" cy="11661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16717E-BB62-4914-9C9E-6A81315B4B87}"/>
              </a:ext>
            </a:extLst>
          </p:cNvPr>
          <p:cNvSpPr/>
          <p:nvPr/>
        </p:nvSpPr>
        <p:spPr>
          <a:xfrm>
            <a:off x="4608030" y="3723723"/>
            <a:ext cx="1166191" cy="11661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420063-2704-443C-B1DF-8D91F8EC790A}"/>
              </a:ext>
            </a:extLst>
          </p:cNvPr>
          <p:cNvSpPr/>
          <p:nvPr/>
        </p:nvSpPr>
        <p:spPr>
          <a:xfrm>
            <a:off x="6096000" y="3723723"/>
            <a:ext cx="1166191" cy="11661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5" name="Graphic 14" descr="Magnifying glass">
            <a:extLst>
              <a:ext uri="{FF2B5EF4-FFF2-40B4-BE49-F238E27FC236}">
                <a16:creationId xmlns:a16="http://schemas.microsoft.com/office/drawing/2014/main" id="{4CF7E696-7B2F-4FED-B04E-A0BA1D75E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6706" y="4014917"/>
            <a:ext cx="583801" cy="583801"/>
          </a:xfrm>
          <a:prstGeom prst="rect">
            <a:avLst/>
          </a:prstGeom>
        </p:spPr>
      </p:pic>
      <p:pic>
        <p:nvPicPr>
          <p:cNvPr id="17" name="Graphic 16" descr="Handshake">
            <a:extLst>
              <a:ext uri="{FF2B5EF4-FFF2-40B4-BE49-F238E27FC236}">
                <a16:creationId xmlns:a16="http://schemas.microsoft.com/office/drawing/2014/main" id="{B3FF6006-4918-499C-B251-468D49777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8030" y="4014917"/>
            <a:ext cx="583801" cy="583801"/>
          </a:xfrm>
          <a:prstGeom prst="rect">
            <a:avLst/>
          </a:prstGeom>
        </p:spPr>
      </p:pic>
      <p:pic>
        <p:nvPicPr>
          <p:cNvPr id="19" name="Graphic 18" descr="Questions">
            <a:extLst>
              <a:ext uri="{FF2B5EF4-FFF2-40B4-BE49-F238E27FC236}">
                <a16:creationId xmlns:a16="http://schemas.microsoft.com/office/drawing/2014/main" id="{AD2B1C6E-0DE0-4927-9123-3D7075151D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6706" y="2570431"/>
            <a:ext cx="583801" cy="583801"/>
          </a:xfrm>
          <a:prstGeom prst="rect">
            <a:avLst/>
          </a:prstGeom>
        </p:spPr>
      </p:pic>
      <p:pic>
        <p:nvPicPr>
          <p:cNvPr id="21" name="Graphic 20" descr="Daily calendar">
            <a:extLst>
              <a:ext uri="{FF2B5EF4-FFF2-40B4-BE49-F238E27FC236}">
                <a16:creationId xmlns:a16="http://schemas.microsoft.com/office/drawing/2014/main" id="{9294DF7B-00EB-4509-A362-A1DE622D55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08030" y="2570431"/>
            <a:ext cx="583801" cy="583801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8E06E5B-1247-44B7-9595-BEF535808BFF}"/>
              </a:ext>
            </a:extLst>
          </p:cNvPr>
          <p:cNvGrpSpPr/>
          <p:nvPr/>
        </p:nvGrpSpPr>
        <p:grpSpPr>
          <a:xfrm>
            <a:off x="2462007" y="3958608"/>
            <a:ext cx="1861101" cy="722217"/>
            <a:chOff x="2462007" y="2458243"/>
            <a:chExt cx="1861101" cy="72221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A57B34-9852-42A1-9564-3308C875A226}"/>
                </a:ext>
              </a:extLst>
            </p:cNvPr>
            <p:cNvSpPr txBox="1"/>
            <p:nvPr/>
          </p:nvSpPr>
          <p:spPr>
            <a:xfrm>
              <a:off x="2462007" y="2458243"/>
              <a:ext cx="1861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800" dirty="0">
                  <a:solidFill>
                    <a:srgbClr val="FCBC40"/>
                  </a:solidFill>
                  <a:latin typeface="Bebas Neue" panose="020B0606020202050201" pitchFamily="34" charset="0"/>
                </a:rPr>
                <a:t>conector</a:t>
              </a:r>
              <a:endParaRPr lang="id-ID" sz="2800" dirty="0">
                <a:solidFill>
                  <a:srgbClr val="FCBC40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E46E34-10D6-43F5-A92E-53BBFAA1CBB8}"/>
                </a:ext>
              </a:extLst>
            </p:cNvPr>
            <p:cNvSpPr txBox="1"/>
            <p:nvPr/>
          </p:nvSpPr>
          <p:spPr>
            <a:xfrm>
              <a:off x="2462007" y="2811128"/>
              <a:ext cx="1861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>
                  <a:latin typeface="Agency FB" panose="020B0503020202020204" pitchFamily="34" charset="0"/>
                </a:rPr>
                <a:t>Chamada de API</a:t>
              </a:r>
              <a:endParaRPr lang="id-ID" dirty="0">
                <a:latin typeface="Agency FB" panose="020B0503020202020204" pitchFamily="34" charset="0"/>
              </a:endParaRPr>
            </a:p>
          </p:txBody>
        </p:sp>
      </p:grpSp>
      <p:grpSp>
        <p:nvGrpSpPr>
          <p:cNvPr id="41" name="Group 24">
            <a:extLst>
              <a:ext uri="{FF2B5EF4-FFF2-40B4-BE49-F238E27FC236}">
                <a16:creationId xmlns:a16="http://schemas.microsoft.com/office/drawing/2014/main" id="{A41C5A9A-00C1-4D3D-A64D-95DC3BC63EA0}"/>
              </a:ext>
            </a:extLst>
          </p:cNvPr>
          <p:cNvGrpSpPr/>
          <p:nvPr/>
        </p:nvGrpSpPr>
        <p:grpSpPr>
          <a:xfrm>
            <a:off x="2462007" y="2458243"/>
            <a:ext cx="1861101" cy="722217"/>
            <a:chOff x="2462007" y="2458243"/>
            <a:chExt cx="1861101" cy="722217"/>
          </a:xfrm>
        </p:grpSpPr>
        <p:sp>
          <p:nvSpPr>
            <p:cNvPr id="42" name="TextBox 21">
              <a:extLst>
                <a:ext uri="{FF2B5EF4-FFF2-40B4-BE49-F238E27FC236}">
                  <a16:creationId xmlns:a16="http://schemas.microsoft.com/office/drawing/2014/main" id="{32FC2708-6E4E-4A3F-AB3E-879AF651CF60}"/>
                </a:ext>
              </a:extLst>
            </p:cNvPr>
            <p:cNvSpPr txBox="1"/>
            <p:nvPr/>
          </p:nvSpPr>
          <p:spPr>
            <a:xfrm>
              <a:off x="2462007" y="2458243"/>
              <a:ext cx="1861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800" dirty="0">
                  <a:solidFill>
                    <a:srgbClr val="F7615D"/>
                  </a:solidFill>
                  <a:latin typeface="Bebas Neue" panose="020B0606020202050201" pitchFamily="34" charset="0"/>
                </a:rPr>
                <a:t>Conector</a:t>
              </a:r>
              <a:endParaRPr lang="id-ID" sz="2800" dirty="0">
                <a:solidFill>
                  <a:srgbClr val="F7615D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43" name="TextBox 25">
              <a:extLst>
                <a:ext uri="{FF2B5EF4-FFF2-40B4-BE49-F238E27FC236}">
                  <a16:creationId xmlns:a16="http://schemas.microsoft.com/office/drawing/2014/main" id="{4832BCB4-55EE-4A17-B479-B9CDBAB111ED}"/>
                </a:ext>
              </a:extLst>
            </p:cNvPr>
            <p:cNvSpPr txBox="1"/>
            <p:nvPr/>
          </p:nvSpPr>
          <p:spPr>
            <a:xfrm>
              <a:off x="2462007" y="2811128"/>
              <a:ext cx="1861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>
                  <a:latin typeface="Agency FB" panose="020B0503020202020204" pitchFamily="34" charset="0"/>
                </a:rPr>
                <a:t>Interface de rota</a:t>
              </a:r>
              <a:endParaRPr lang="id-ID" dirty="0">
                <a:latin typeface="Agency FB" panose="020B05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6059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0">
        <p159:morph option="byObject"/>
      </p:transition>
    </mc:Choice>
    <mc:Fallback xmlns="">
      <p:transition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E5C04E9-F627-4945-8C55-2DCFA1E59E23}"/>
              </a:ext>
            </a:extLst>
          </p:cNvPr>
          <p:cNvSpPr/>
          <p:nvPr/>
        </p:nvSpPr>
        <p:spPr>
          <a:xfrm>
            <a:off x="1717586" y="1249985"/>
            <a:ext cx="8314355" cy="4390886"/>
          </a:xfrm>
          <a:prstGeom prst="roundRect">
            <a:avLst>
              <a:gd name="adj" fmla="val 215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A9BBB1-E692-4C9E-A665-7CBDB61087A7}"/>
              </a:ext>
            </a:extLst>
          </p:cNvPr>
          <p:cNvCxnSpPr>
            <a:cxnSpLocks/>
          </p:cNvCxnSpPr>
          <p:nvPr/>
        </p:nvCxnSpPr>
        <p:spPr>
          <a:xfrm>
            <a:off x="1717586" y="1752242"/>
            <a:ext cx="83143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748CCD8-48DC-48C8-BFB7-4D69818554B4}"/>
              </a:ext>
            </a:extLst>
          </p:cNvPr>
          <p:cNvSpPr/>
          <p:nvPr/>
        </p:nvSpPr>
        <p:spPr>
          <a:xfrm>
            <a:off x="1922351" y="1399514"/>
            <a:ext cx="203200" cy="203200"/>
          </a:xfrm>
          <a:prstGeom prst="ellipse">
            <a:avLst/>
          </a:prstGeom>
          <a:solidFill>
            <a:srgbClr val="F761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4C3ABD2-E77F-4EC8-8C1C-A9A666F97F73}"/>
              </a:ext>
            </a:extLst>
          </p:cNvPr>
          <p:cNvSpPr/>
          <p:nvPr/>
        </p:nvSpPr>
        <p:spPr>
          <a:xfrm>
            <a:off x="2268426" y="1399514"/>
            <a:ext cx="203200" cy="203200"/>
          </a:xfrm>
          <a:prstGeom prst="ellipse">
            <a:avLst/>
          </a:prstGeom>
          <a:solidFill>
            <a:srgbClr val="FCB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A5E151B-09A7-491C-890D-2F8FA809C9BC}"/>
              </a:ext>
            </a:extLst>
          </p:cNvPr>
          <p:cNvSpPr/>
          <p:nvPr/>
        </p:nvSpPr>
        <p:spPr>
          <a:xfrm>
            <a:off x="2614501" y="1399514"/>
            <a:ext cx="203200" cy="203200"/>
          </a:xfrm>
          <a:prstGeom prst="ellipse">
            <a:avLst/>
          </a:prstGeom>
          <a:solidFill>
            <a:srgbClr val="3CC3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FE85D-52DC-42A7-9B2A-08067CD632D2}"/>
              </a:ext>
            </a:extLst>
          </p:cNvPr>
          <p:cNvSpPr/>
          <p:nvPr/>
        </p:nvSpPr>
        <p:spPr>
          <a:xfrm>
            <a:off x="0" y="6167865"/>
            <a:ext cx="12192000" cy="206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125FB2-1BA5-40AD-9C1D-65A32634D8B0}"/>
              </a:ext>
            </a:extLst>
          </p:cNvPr>
          <p:cNvSpPr/>
          <p:nvPr/>
        </p:nvSpPr>
        <p:spPr>
          <a:xfrm>
            <a:off x="0" y="5829039"/>
            <a:ext cx="5203065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BFB9FB-3A5D-4F8E-92B2-E16A36E06B33}"/>
              </a:ext>
            </a:extLst>
          </p:cNvPr>
          <p:cNvSpPr/>
          <p:nvPr/>
        </p:nvSpPr>
        <p:spPr>
          <a:xfrm>
            <a:off x="6988935" y="782392"/>
            <a:ext cx="5203065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6EB1E66-D2AF-43ED-B6BE-55290BB8F4EA}"/>
              </a:ext>
            </a:extLst>
          </p:cNvPr>
          <p:cNvSpPr/>
          <p:nvPr/>
        </p:nvSpPr>
        <p:spPr>
          <a:xfrm>
            <a:off x="4069725" y="484141"/>
            <a:ext cx="8122276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D460C4-A7FB-4C28-BED6-F9DE9B13202E}"/>
              </a:ext>
            </a:extLst>
          </p:cNvPr>
          <p:cNvSpPr/>
          <p:nvPr/>
        </p:nvSpPr>
        <p:spPr>
          <a:xfrm>
            <a:off x="4608030" y="2279238"/>
            <a:ext cx="1166191" cy="1166191"/>
          </a:xfrm>
          <a:prstGeom prst="ellipse">
            <a:avLst/>
          </a:prstGeom>
          <a:solidFill>
            <a:srgbClr val="F7615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72CC820-102B-4EA8-BAD4-787C8999FCE8}"/>
              </a:ext>
            </a:extLst>
          </p:cNvPr>
          <p:cNvSpPr/>
          <p:nvPr/>
        </p:nvSpPr>
        <p:spPr>
          <a:xfrm>
            <a:off x="6105510" y="3736622"/>
            <a:ext cx="1166191" cy="1166191"/>
          </a:xfrm>
          <a:prstGeom prst="ellipse">
            <a:avLst/>
          </a:prstGeom>
          <a:solidFill>
            <a:srgbClr val="3CC34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02B470-1195-4481-B7E6-AC7DFA219A44}"/>
              </a:ext>
            </a:extLst>
          </p:cNvPr>
          <p:cNvSpPr/>
          <p:nvPr/>
        </p:nvSpPr>
        <p:spPr>
          <a:xfrm>
            <a:off x="6096000" y="2279237"/>
            <a:ext cx="1166191" cy="11661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16717E-BB62-4914-9C9E-6A81315B4B87}"/>
              </a:ext>
            </a:extLst>
          </p:cNvPr>
          <p:cNvSpPr/>
          <p:nvPr/>
        </p:nvSpPr>
        <p:spPr>
          <a:xfrm>
            <a:off x="4608030" y="3723723"/>
            <a:ext cx="1166191" cy="1166191"/>
          </a:xfrm>
          <a:prstGeom prst="ellipse">
            <a:avLst/>
          </a:prstGeom>
          <a:solidFill>
            <a:srgbClr val="FCBC4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420063-2704-443C-B1DF-8D91F8EC790A}"/>
              </a:ext>
            </a:extLst>
          </p:cNvPr>
          <p:cNvSpPr/>
          <p:nvPr/>
        </p:nvSpPr>
        <p:spPr>
          <a:xfrm>
            <a:off x="6096000" y="3723723"/>
            <a:ext cx="1166191" cy="11661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5" name="Graphic 14" descr="Magnifying glass">
            <a:extLst>
              <a:ext uri="{FF2B5EF4-FFF2-40B4-BE49-F238E27FC236}">
                <a16:creationId xmlns:a16="http://schemas.microsoft.com/office/drawing/2014/main" id="{4CF7E696-7B2F-4FED-B04E-A0BA1D75E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6706" y="4014917"/>
            <a:ext cx="583801" cy="583801"/>
          </a:xfrm>
          <a:prstGeom prst="rect">
            <a:avLst/>
          </a:prstGeom>
        </p:spPr>
      </p:pic>
      <p:pic>
        <p:nvPicPr>
          <p:cNvPr id="17" name="Graphic 16" descr="Handshake">
            <a:extLst>
              <a:ext uri="{FF2B5EF4-FFF2-40B4-BE49-F238E27FC236}">
                <a16:creationId xmlns:a16="http://schemas.microsoft.com/office/drawing/2014/main" id="{B3FF6006-4918-499C-B251-468D49777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8030" y="4014917"/>
            <a:ext cx="583801" cy="583801"/>
          </a:xfrm>
          <a:prstGeom prst="rect">
            <a:avLst/>
          </a:prstGeom>
        </p:spPr>
      </p:pic>
      <p:pic>
        <p:nvPicPr>
          <p:cNvPr id="19" name="Graphic 18" descr="Questions">
            <a:extLst>
              <a:ext uri="{FF2B5EF4-FFF2-40B4-BE49-F238E27FC236}">
                <a16:creationId xmlns:a16="http://schemas.microsoft.com/office/drawing/2014/main" id="{AD2B1C6E-0DE0-4927-9123-3D7075151D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6706" y="2570431"/>
            <a:ext cx="583801" cy="583801"/>
          </a:xfrm>
          <a:prstGeom prst="rect">
            <a:avLst/>
          </a:prstGeom>
        </p:spPr>
      </p:pic>
      <p:pic>
        <p:nvPicPr>
          <p:cNvPr id="21" name="Graphic 20" descr="Daily calendar">
            <a:extLst>
              <a:ext uri="{FF2B5EF4-FFF2-40B4-BE49-F238E27FC236}">
                <a16:creationId xmlns:a16="http://schemas.microsoft.com/office/drawing/2014/main" id="{9294DF7B-00EB-4509-A362-A1DE622D55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08030" y="2570431"/>
            <a:ext cx="583801" cy="583801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8E06E5B-1247-44B7-9595-BEF535808BFF}"/>
              </a:ext>
            </a:extLst>
          </p:cNvPr>
          <p:cNvGrpSpPr/>
          <p:nvPr/>
        </p:nvGrpSpPr>
        <p:grpSpPr>
          <a:xfrm>
            <a:off x="7553387" y="3958608"/>
            <a:ext cx="1861101" cy="722217"/>
            <a:chOff x="2462007" y="2458243"/>
            <a:chExt cx="1861101" cy="72221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A57B34-9852-42A1-9564-3308C875A226}"/>
                </a:ext>
              </a:extLst>
            </p:cNvPr>
            <p:cNvSpPr txBox="1"/>
            <p:nvPr/>
          </p:nvSpPr>
          <p:spPr>
            <a:xfrm>
              <a:off x="2462007" y="2458243"/>
              <a:ext cx="1861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rgbClr val="3CC34F"/>
                  </a:solidFill>
                  <a:latin typeface="Bebas Neue" panose="020B0606020202050201" pitchFamily="34" charset="0"/>
                </a:rPr>
                <a:t>conector</a:t>
              </a:r>
              <a:endParaRPr lang="id-ID" sz="2800" dirty="0">
                <a:solidFill>
                  <a:srgbClr val="3CC34F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E46E34-10D6-43F5-A92E-53BBFAA1CBB8}"/>
                </a:ext>
              </a:extLst>
            </p:cNvPr>
            <p:cNvSpPr txBox="1"/>
            <p:nvPr/>
          </p:nvSpPr>
          <p:spPr>
            <a:xfrm>
              <a:off x="2462007" y="2811128"/>
              <a:ext cx="1861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latin typeface="Agency FB" panose="020B0503020202020204" pitchFamily="34" charset="0"/>
                </a:rPr>
                <a:t>Como funciona?</a:t>
              </a:r>
              <a:endParaRPr lang="id-ID" dirty="0">
                <a:latin typeface="Agency FB" panose="020B0503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D343E-CD86-4717-B0E4-E5AE74291757}"/>
              </a:ext>
            </a:extLst>
          </p:cNvPr>
          <p:cNvGrpSpPr/>
          <p:nvPr/>
        </p:nvGrpSpPr>
        <p:grpSpPr>
          <a:xfrm>
            <a:off x="2462007" y="3958608"/>
            <a:ext cx="1861101" cy="722217"/>
            <a:chOff x="2462007" y="2458243"/>
            <a:chExt cx="1861101" cy="72221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32B5B71-11B3-4D98-9E4D-A79FEFB7A900}"/>
                </a:ext>
              </a:extLst>
            </p:cNvPr>
            <p:cNvSpPr txBox="1"/>
            <p:nvPr/>
          </p:nvSpPr>
          <p:spPr>
            <a:xfrm>
              <a:off x="2462007" y="2458243"/>
              <a:ext cx="1861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800" dirty="0">
                  <a:solidFill>
                    <a:srgbClr val="FCBC40"/>
                  </a:solidFill>
                  <a:latin typeface="Bebas Neue" panose="020B0606020202050201" pitchFamily="34" charset="0"/>
                </a:rPr>
                <a:t>conector</a:t>
              </a:r>
              <a:endParaRPr lang="id-ID" sz="2800" dirty="0">
                <a:solidFill>
                  <a:srgbClr val="FCBC40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CABAB39-A877-40E1-89B1-C427B340BC1E}"/>
                </a:ext>
              </a:extLst>
            </p:cNvPr>
            <p:cNvSpPr txBox="1"/>
            <p:nvPr/>
          </p:nvSpPr>
          <p:spPr>
            <a:xfrm>
              <a:off x="2462007" y="2811128"/>
              <a:ext cx="1861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>
                  <a:latin typeface="Agency FB" panose="020B0503020202020204" pitchFamily="34" charset="0"/>
                </a:rPr>
                <a:t>Chamada de API</a:t>
              </a:r>
              <a:endParaRPr lang="id-ID" dirty="0">
                <a:latin typeface="Agency FB" panose="020B0503020202020204" pitchFamily="34" charset="0"/>
              </a:endParaRPr>
            </a:p>
          </p:txBody>
        </p:sp>
      </p:grpSp>
      <p:sp>
        <p:nvSpPr>
          <p:cNvPr id="41" name="TextBox 36">
            <a:extLst>
              <a:ext uri="{FF2B5EF4-FFF2-40B4-BE49-F238E27FC236}">
                <a16:creationId xmlns:a16="http://schemas.microsoft.com/office/drawing/2014/main" id="{DBCA7EBF-7A1E-4C25-9349-9CFA077898E1}"/>
              </a:ext>
            </a:extLst>
          </p:cNvPr>
          <p:cNvSpPr txBox="1"/>
          <p:nvPr/>
        </p:nvSpPr>
        <p:spPr>
          <a:xfrm>
            <a:off x="3044587" y="1034998"/>
            <a:ext cx="638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latin typeface="Agency FB" panose="020B0503020202020204" pitchFamily="34" charset="0"/>
              </a:rPr>
              <a:t>CONECTORES DO SISTEM</a:t>
            </a:r>
            <a:r>
              <a:rPr lang="pt-BR" sz="4400" dirty="0">
                <a:latin typeface="Agency FB" panose="020B0503020202020204" pitchFamily="34" charset="0"/>
              </a:rPr>
              <a:t>: </a:t>
            </a:r>
            <a:r>
              <a:rPr lang="pt-BR" sz="2800" dirty="0">
                <a:latin typeface="Agency FB" panose="020B0503020202020204" pitchFamily="34" charset="0"/>
              </a:rPr>
              <a:t>PORTS AND ADAPTERS</a:t>
            </a:r>
            <a:endParaRPr lang="id-ID" sz="2800" dirty="0">
              <a:latin typeface="Agency FB" panose="020B0503020202020204" pitchFamily="34" charset="0"/>
            </a:endParaRPr>
          </a:p>
        </p:txBody>
      </p:sp>
      <p:grpSp>
        <p:nvGrpSpPr>
          <p:cNvPr id="42" name="Group 24">
            <a:extLst>
              <a:ext uri="{FF2B5EF4-FFF2-40B4-BE49-F238E27FC236}">
                <a16:creationId xmlns:a16="http://schemas.microsoft.com/office/drawing/2014/main" id="{31A2848D-DD36-47F6-9350-5FEA097E1CCE}"/>
              </a:ext>
            </a:extLst>
          </p:cNvPr>
          <p:cNvGrpSpPr/>
          <p:nvPr/>
        </p:nvGrpSpPr>
        <p:grpSpPr>
          <a:xfrm>
            <a:off x="2462007" y="2458243"/>
            <a:ext cx="1861101" cy="722217"/>
            <a:chOff x="2462007" y="2458243"/>
            <a:chExt cx="1861101" cy="722217"/>
          </a:xfrm>
        </p:grpSpPr>
        <p:sp>
          <p:nvSpPr>
            <p:cNvPr id="43" name="TextBox 21">
              <a:extLst>
                <a:ext uri="{FF2B5EF4-FFF2-40B4-BE49-F238E27FC236}">
                  <a16:creationId xmlns:a16="http://schemas.microsoft.com/office/drawing/2014/main" id="{A6781C19-DA7C-42CB-A00D-623B7D289281}"/>
                </a:ext>
              </a:extLst>
            </p:cNvPr>
            <p:cNvSpPr txBox="1"/>
            <p:nvPr/>
          </p:nvSpPr>
          <p:spPr>
            <a:xfrm>
              <a:off x="2462007" y="2458243"/>
              <a:ext cx="1861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800" dirty="0">
                  <a:solidFill>
                    <a:srgbClr val="F7615D"/>
                  </a:solidFill>
                  <a:latin typeface="Bebas Neue" panose="020B0606020202050201" pitchFamily="34" charset="0"/>
                </a:rPr>
                <a:t>Conector</a:t>
              </a:r>
              <a:endParaRPr lang="id-ID" sz="2800" dirty="0">
                <a:solidFill>
                  <a:srgbClr val="F7615D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44" name="TextBox 25">
              <a:extLst>
                <a:ext uri="{FF2B5EF4-FFF2-40B4-BE49-F238E27FC236}">
                  <a16:creationId xmlns:a16="http://schemas.microsoft.com/office/drawing/2014/main" id="{9F773701-4871-4A96-915E-3BCEAC55FBE0}"/>
                </a:ext>
              </a:extLst>
            </p:cNvPr>
            <p:cNvSpPr txBox="1"/>
            <p:nvPr/>
          </p:nvSpPr>
          <p:spPr>
            <a:xfrm>
              <a:off x="2462007" y="2811128"/>
              <a:ext cx="1861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>
                  <a:latin typeface="Agency FB" panose="020B0503020202020204" pitchFamily="34" charset="0"/>
                </a:rPr>
                <a:t>Interface de rota</a:t>
              </a:r>
              <a:endParaRPr lang="id-ID" dirty="0">
                <a:latin typeface="Agency FB" panose="020B05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8291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0">
        <p159:morph option="byObject"/>
      </p:transition>
    </mc:Choice>
    <mc:Fallback xmlns="">
      <p:transition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03F7DDB-7F66-4892-AABF-659DEB05E275}"/>
              </a:ext>
            </a:extLst>
          </p:cNvPr>
          <p:cNvSpPr/>
          <p:nvPr/>
        </p:nvSpPr>
        <p:spPr>
          <a:xfrm>
            <a:off x="1717586" y="1249985"/>
            <a:ext cx="8314355" cy="4390886"/>
          </a:xfrm>
          <a:prstGeom prst="roundRect">
            <a:avLst>
              <a:gd name="adj" fmla="val 215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6543B3E-BED3-4713-86C4-D20888926EBB}"/>
              </a:ext>
            </a:extLst>
          </p:cNvPr>
          <p:cNvCxnSpPr>
            <a:cxnSpLocks/>
          </p:cNvCxnSpPr>
          <p:nvPr/>
        </p:nvCxnSpPr>
        <p:spPr>
          <a:xfrm>
            <a:off x="1717586" y="1752242"/>
            <a:ext cx="83143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8B7F193-1D9F-4CCB-87FA-70DC522C3DF6}"/>
              </a:ext>
            </a:extLst>
          </p:cNvPr>
          <p:cNvSpPr/>
          <p:nvPr/>
        </p:nvSpPr>
        <p:spPr>
          <a:xfrm>
            <a:off x="1922351" y="1399514"/>
            <a:ext cx="203200" cy="203200"/>
          </a:xfrm>
          <a:prstGeom prst="ellipse">
            <a:avLst/>
          </a:prstGeom>
          <a:solidFill>
            <a:srgbClr val="F761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F8F98B1-3A74-4FEF-9DEA-8492BB83D9FB}"/>
              </a:ext>
            </a:extLst>
          </p:cNvPr>
          <p:cNvSpPr/>
          <p:nvPr/>
        </p:nvSpPr>
        <p:spPr>
          <a:xfrm>
            <a:off x="2268426" y="1399514"/>
            <a:ext cx="203200" cy="203200"/>
          </a:xfrm>
          <a:prstGeom prst="ellipse">
            <a:avLst/>
          </a:prstGeom>
          <a:solidFill>
            <a:srgbClr val="FCB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64328D-CA55-4782-8E10-32CA5E5CE9B2}"/>
              </a:ext>
            </a:extLst>
          </p:cNvPr>
          <p:cNvSpPr/>
          <p:nvPr/>
        </p:nvSpPr>
        <p:spPr>
          <a:xfrm>
            <a:off x="2614501" y="1399514"/>
            <a:ext cx="203200" cy="203200"/>
          </a:xfrm>
          <a:prstGeom prst="ellipse">
            <a:avLst/>
          </a:prstGeom>
          <a:solidFill>
            <a:srgbClr val="3CC3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F0D1BFF-BCCD-43F7-A8CE-7BCE37F2F4EE}"/>
              </a:ext>
            </a:extLst>
          </p:cNvPr>
          <p:cNvSpPr/>
          <p:nvPr/>
        </p:nvSpPr>
        <p:spPr>
          <a:xfrm>
            <a:off x="0" y="6167865"/>
            <a:ext cx="12192000" cy="206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D41E3A-4E84-45C1-A127-D6E547C8CBE7}"/>
              </a:ext>
            </a:extLst>
          </p:cNvPr>
          <p:cNvSpPr/>
          <p:nvPr/>
        </p:nvSpPr>
        <p:spPr>
          <a:xfrm>
            <a:off x="0" y="5829039"/>
            <a:ext cx="5203065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58B1C2-0E23-4B83-BA5C-359D26488E6D}"/>
              </a:ext>
            </a:extLst>
          </p:cNvPr>
          <p:cNvSpPr/>
          <p:nvPr/>
        </p:nvSpPr>
        <p:spPr>
          <a:xfrm>
            <a:off x="6988935" y="782392"/>
            <a:ext cx="5203065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693B39-C00A-4517-8AD5-3D96254248D4}"/>
              </a:ext>
            </a:extLst>
          </p:cNvPr>
          <p:cNvSpPr/>
          <p:nvPr/>
        </p:nvSpPr>
        <p:spPr>
          <a:xfrm>
            <a:off x="4069725" y="484141"/>
            <a:ext cx="8122276" cy="189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D460C4-A7FB-4C28-BED6-F9DE9B13202E}"/>
              </a:ext>
            </a:extLst>
          </p:cNvPr>
          <p:cNvSpPr/>
          <p:nvPr/>
        </p:nvSpPr>
        <p:spPr>
          <a:xfrm>
            <a:off x="4608030" y="2279238"/>
            <a:ext cx="1166191" cy="1166191"/>
          </a:xfrm>
          <a:prstGeom prst="ellipse">
            <a:avLst/>
          </a:prstGeom>
          <a:solidFill>
            <a:srgbClr val="F7615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72CC820-102B-4EA8-BAD4-787C8999FCE8}"/>
              </a:ext>
            </a:extLst>
          </p:cNvPr>
          <p:cNvSpPr/>
          <p:nvPr/>
        </p:nvSpPr>
        <p:spPr>
          <a:xfrm>
            <a:off x="6105510" y="2279641"/>
            <a:ext cx="1166191" cy="1166191"/>
          </a:xfrm>
          <a:prstGeom prst="ellipse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02B470-1195-4481-B7E6-AC7DFA219A44}"/>
              </a:ext>
            </a:extLst>
          </p:cNvPr>
          <p:cNvSpPr/>
          <p:nvPr/>
        </p:nvSpPr>
        <p:spPr>
          <a:xfrm>
            <a:off x="6096000" y="2279237"/>
            <a:ext cx="1166191" cy="11661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16717E-BB62-4914-9C9E-6A81315B4B87}"/>
              </a:ext>
            </a:extLst>
          </p:cNvPr>
          <p:cNvSpPr/>
          <p:nvPr/>
        </p:nvSpPr>
        <p:spPr>
          <a:xfrm>
            <a:off x="4608030" y="3723723"/>
            <a:ext cx="1166191" cy="1166191"/>
          </a:xfrm>
          <a:prstGeom prst="ellipse">
            <a:avLst/>
          </a:prstGeom>
          <a:solidFill>
            <a:srgbClr val="FCBC4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420063-2704-443C-B1DF-8D91F8EC790A}"/>
              </a:ext>
            </a:extLst>
          </p:cNvPr>
          <p:cNvSpPr/>
          <p:nvPr/>
        </p:nvSpPr>
        <p:spPr>
          <a:xfrm>
            <a:off x="6096000" y="3723723"/>
            <a:ext cx="1166191" cy="1166191"/>
          </a:xfrm>
          <a:prstGeom prst="ellipse">
            <a:avLst/>
          </a:prstGeom>
          <a:solidFill>
            <a:srgbClr val="3CC34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5" name="Graphic 14" descr="Magnifying glass">
            <a:extLst>
              <a:ext uri="{FF2B5EF4-FFF2-40B4-BE49-F238E27FC236}">
                <a16:creationId xmlns:a16="http://schemas.microsoft.com/office/drawing/2014/main" id="{4CF7E696-7B2F-4FED-B04E-A0BA1D75E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6706" y="4014917"/>
            <a:ext cx="583801" cy="583801"/>
          </a:xfrm>
          <a:prstGeom prst="rect">
            <a:avLst/>
          </a:prstGeom>
        </p:spPr>
      </p:pic>
      <p:pic>
        <p:nvPicPr>
          <p:cNvPr id="17" name="Graphic 16" descr="Handshake">
            <a:extLst>
              <a:ext uri="{FF2B5EF4-FFF2-40B4-BE49-F238E27FC236}">
                <a16:creationId xmlns:a16="http://schemas.microsoft.com/office/drawing/2014/main" id="{B3FF6006-4918-499C-B251-468D49777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8030" y="4014917"/>
            <a:ext cx="583801" cy="583801"/>
          </a:xfrm>
          <a:prstGeom prst="rect">
            <a:avLst/>
          </a:prstGeom>
        </p:spPr>
      </p:pic>
      <p:pic>
        <p:nvPicPr>
          <p:cNvPr id="19" name="Graphic 18" descr="Questions">
            <a:extLst>
              <a:ext uri="{FF2B5EF4-FFF2-40B4-BE49-F238E27FC236}">
                <a16:creationId xmlns:a16="http://schemas.microsoft.com/office/drawing/2014/main" id="{AD2B1C6E-0DE0-4927-9123-3D7075151D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6706" y="2570431"/>
            <a:ext cx="583801" cy="583801"/>
          </a:xfrm>
          <a:prstGeom prst="rect">
            <a:avLst/>
          </a:prstGeom>
        </p:spPr>
      </p:pic>
      <p:pic>
        <p:nvPicPr>
          <p:cNvPr id="21" name="Graphic 20" descr="Daily calendar">
            <a:extLst>
              <a:ext uri="{FF2B5EF4-FFF2-40B4-BE49-F238E27FC236}">
                <a16:creationId xmlns:a16="http://schemas.microsoft.com/office/drawing/2014/main" id="{9294DF7B-00EB-4509-A362-A1DE622D55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08030" y="2570431"/>
            <a:ext cx="583801" cy="583801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8E06E5B-1247-44B7-9595-BEF535808BFF}"/>
              </a:ext>
            </a:extLst>
          </p:cNvPr>
          <p:cNvGrpSpPr/>
          <p:nvPr/>
        </p:nvGrpSpPr>
        <p:grpSpPr>
          <a:xfrm>
            <a:off x="7553387" y="2432015"/>
            <a:ext cx="2326368" cy="722217"/>
            <a:chOff x="2462007" y="2458243"/>
            <a:chExt cx="2326368" cy="72221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A57B34-9852-42A1-9564-3308C875A226}"/>
                </a:ext>
              </a:extLst>
            </p:cNvPr>
            <p:cNvSpPr txBox="1"/>
            <p:nvPr/>
          </p:nvSpPr>
          <p:spPr>
            <a:xfrm>
              <a:off x="2462007" y="2458243"/>
              <a:ext cx="1861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rgbClr val="00B0F0"/>
                  </a:solidFill>
                  <a:latin typeface="Bebas Neue" panose="020B0606020202050201" pitchFamily="34" charset="0"/>
                </a:rPr>
                <a:t>conector</a:t>
              </a:r>
              <a:endParaRPr lang="id-ID" sz="2800" dirty="0">
                <a:solidFill>
                  <a:srgbClr val="00B0F0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E46E34-10D6-43F5-A92E-53BBFAA1CBB8}"/>
                </a:ext>
              </a:extLst>
            </p:cNvPr>
            <p:cNvSpPr txBox="1"/>
            <p:nvPr/>
          </p:nvSpPr>
          <p:spPr>
            <a:xfrm>
              <a:off x="2462007" y="2811128"/>
              <a:ext cx="2326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latin typeface="Agency FB" panose="020B0503020202020204" pitchFamily="34" charset="0"/>
                </a:rPr>
                <a:t>Driver de Persistência (ORM) </a:t>
              </a:r>
              <a:endParaRPr lang="id-ID" dirty="0">
                <a:latin typeface="Agency FB" panose="020B0503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8DC18E-0817-4C6F-AC11-49D40AF87F0A}"/>
              </a:ext>
            </a:extLst>
          </p:cNvPr>
          <p:cNvGrpSpPr/>
          <p:nvPr/>
        </p:nvGrpSpPr>
        <p:grpSpPr>
          <a:xfrm>
            <a:off x="7553387" y="3958608"/>
            <a:ext cx="1861101" cy="722217"/>
            <a:chOff x="2462007" y="2458243"/>
            <a:chExt cx="1861101" cy="72221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CB2A71-D317-4193-809A-8F48462F0F20}"/>
                </a:ext>
              </a:extLst>
            </p:cNvPr>
            <p:cNvSpPr txBox="1"/>
            <p:nvPr/>
          </p:nvSpPr>
          <p:spPr>
            <a:xfrm>
              <a:off x="2462007" y="2458243"/>
              <a:ext cx="1861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rgbClr val="3CC34F"/>
                  </a:solidFill>
                  <a:latin typeface="Bebas Neue" panose="020B0606020202050201" pitchFamily="34" charset="0"/>
                </a:rPr>
                <a:t>conector</a:t>
              </a:r>
              <a:endParaRPr lang="id-ID" sz="2800" dirty="0">
                <a:solidFill>
                  <a:srgbClr val="3CC34F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8B24C5-B3D5-4A6A-B14F-3A32047B5F0A}"/>
                </a:ext>
              </a:extLst>
            </p:cNvPr>
            <p:cNvSpPr txBox="1"/>
            <p:nvPr/>
          </p:nvSpPr>
          <p:spPr>
            <a:xfrm>
              <a:off x="2462007" y="2811128"/>
              <a:ext cx="1861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latin typeface="Agency FB" panose="020B0503020202020204" pitchFamily="34" charset="0"/>
                </a:rPr>
                <a:t>Como funciona?</a:t>
              </a:r>
              <a:endParaRPr lang="id-ID" dirty="0">
                <a:latin typeface="Agency FB" panose="020B0503020202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FC9650-6BEE-470F-961A-A4FAEE5435A5}"/>
              </a:ext>
            </a:extLst>
          </p:cNvPr>
          <p:cNvGrpSpPr/>
          <p:nvPr/>
        </p:nvGrpSpPr>
        <p:grpSpPr>
          <a:xfrm>
            <a:off x="2462007" y="3958608"/>
            <a:ext cx="1861101" cy="722217"/>
            <a:chOff x="2462007" y="2458243"/>
            <a:chExt cx="1861101" cy="7222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57D237-0211-48A9-A329-A73D067C5D35}"/>
                </a:ext>
              </a:extLst>
            </p:cNvPr>
            <p:cNvSpPr txBox="1"/>
            <p:nvPr/>
          </p:nvSpPr>
          <p:spPr>
            <a:xfrm>
              <a:off x="2462007" y="2458243"/>
              <a:ext cx="1861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800" dirty="0">
                  <a:solidFill>
                    <a:srgbClr val="FCBC40"/>
                  </a:solidFill>
                  <a:latin typeface="Bebas Neue" panose="020B0606020202050201" pitchFamily="34" charset="0"/>
                </a:rPr>
                <a:t>conector</a:t>
              </a:r>
              <a:endParaRPr lang="id-ID" sz="2800" dirty="0">
                <a:solidFill>
                  <a:srgbClr val="FCBC40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D1C3DA-5671-48C8-8992-1239A4A938CC}"/>
                </a:ext>
              </a:extLst>
            </p:cNvPr>
            <p:cNvSpPr txBox="1"/>
            <p:nvPr/>
          </p:nvSpPr>
          <p:spPr>
            <a:xfrm>
              <a:off x="2462007" y="2811128"/>
              <a:ext cx="1861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>
                  <a:latin typeface="Agency FB" panose="020B0503020202020204" pitchFamily="34" charset="0"/>
                </a:rPr>
                <a:t>Chamada de API</a:t>
              </a:r>
              <a:endParaRPr lang="id-ID" dirty="0">
                <a:latin typeface="Agency FB" panose="020B0503020202020204" pitchFamily="34" charset="0"/>
              </a:endParaRPr>
            </a:p>
          </p:txBody>
        </p:sp>
      </p:grpSp>
      <p:sp>
        <p:nvSpPr>
          <p:cNvPr id="44" name="TextBox 36">
            <a:extLst>
              <a:ext uri="{FF2B5EF4-FFF2-40B4-BE49-F238E27FC236}">
                <a16:creationId xmlns:a16="http://schemas.microsoft.com/office/drawing/2014/main" id="{8C6689A1-3DD7-43E2-BD3A-6AAEEEB5F88C}"/>
              </a:ext>
            </a:extLst>
          </p:cNvPr>
          <p:cNvSpPr txBox="1"/>
          <p:nvPr/>
        </p:nvSpPr>
        <p:spPr>
          <a:xfrm>
            <a:off x="3044587" y="1034998"/>
            <a:ext cx="638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latin typeface="Agency FB" panose="020B0503020202020204" pitchFamily="34" charset="0"/>
              </a:rPr>
              <a:t>CONECTORES DO SISTEM</a:t>
            </a:r>
            <a:r>
              <a:rPr lang="pt-BR" sz="4400" dirty="0">
                <a:latin typeface="Agency FB" panose="020B0503020202020204" pitchFamily="34" charset="0"/>
              </a:rPr>
              <a:t>: </a:t>
            </a:r>
            <a:r>
              <a:rPr lang="pt-BR" sz="2800" dirty="0">
                <a:latin typeface="Agency FB" panose="020B0503020202020204" pitchFamily="34" charset="0"/>
              </a:rPr>
              <a:t>PORTS AND ADAPTERS</a:t>
            </a:r>
            <a:endParaRPr lang="id-ID" sz="2800" dirty="0">
              <a:latin typeface="Agency FB" panose="020B0503020202020204" pitchFamily="34" charset="0"/>
            </a:endParaRPr>
          </a:p>
        </p:txBody>
      </p:sp>
      <p:grpSp>
        <p:nvGrpSpPr>
          <p:cNvPr id="45" name="Group 24">
            <a:extLst>
              <a:ext uri="{FF2B5EF4-FFF2-40B4-BE49-F238E27FC236}">
                <a16:creationId xmlns:a16="http://schemas.microsoft.com/office/drawing/2014/main" id="{EB629314-3B1B-4C8F-B93E-D2A91BE71FFC}"/>
              </a:ext>
            </a:extLst>
          </p:cNvPr>
          <p:cNvGrpSpPr/>
          <p:nvPr/>
        </p:nvGrpSpPr>
        <p:grpSpPr>
          <a:xfrm>
            <a:off x="2462007" y="2458243"/>
            <a:ext cx="1861101" cy="722217"/>
            <a:chOff x="2462007" y="2458243"/>
            <a:chExt cx="1861101" cy="722217"/>
          </a:xfrm>
        </p:grpSpPr>
        <p:sp>
          <p:nvSpPr>
            <p:cNvPr id="46" name="TextBox 21">
              <a:extLst>
                <a:ext uri="{FF2B5EF4-FFF2-40B4-BE49-F238E27FC236}">
                  <a16:creationId xmlns:a16="http://schemas.microsoft.com/office/drawing/2014/main" id="{DCA9FEB2-2813-41CF-87BD-4290F2BD41D1}"/>
                </a:ext>
              </a:extLst>
            </p:cNvPr>
            <p:cNvSpPr txBox="1"/>
            <p:nvPr/>
          </p:nvSpPr>
          <p:spPr>
            <a:xfrm>
              <a:off x="2462007" y="2458243"/>
              <a:ext cx="1861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800" dirty="0">
                  <a:solidFill>
                    <a:srgbClr val="F7615D"/>
                  </a:solidFill>
                  <a:latin typeface="Bebas Neue" panose="020B0606020202050201" pitchFamily="34" charset="0"/>
                </a:rPr>
                <a:t>Conector</a:t>
              </a:r>
              <a:endParaRPr lang="id-ID" sz="2800" dirty="0">
                <a:solidFill>
                  <a:srgbClr val="F7615D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47" name="TextBox 25">
              <a:extLst>
                <a:ext uri="{FF2B5EF4-FFF2-40B4-BE49-F238E27FC236}">
                  <a16:creationId xmlns:a16="http://schemas.microsoft.com/office/drawing/2014/main" id="{72000664-8C81-4544-90BC-C0B7544BC51C}"/>
                </a:ext>
              </a:extLst>
            </p:cNvPr>
            <p:cNvSpPr txBox="1"/>
            <p:nvPr/>
          </p:nvSpPr>
          <p:spPr>
            <a:xfrm>
              <a:off x="2462007" y="2811128"/>
              <a:ext cx="1861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>
                  <a:latin typeface="Agency FB" panose="020B0503020202020204" pitchFamily="34" charset="0"/>
                </a:rPr>
                <a:t>Interface de rota</a:t>
              </a:r>
              <a:endParaRPr lang="id-ID" dirty="0">
                <a:latin typeface="Agency FB" panose="020B05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0353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50C180D-5477-42CE-BDAC-C08CEBC14910}"/>
              </a:ext>
            </a:extLst>
          </p:cNvPr>
          <p:cNvSpPr/>
          <p:nvPr/>
        </p:nvSpPr>
        <p:spPr>
          <a:xfrm>
            <a:off x="0" y="5032487"/>
            <a:ext cx="12192000" cy="480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CB85C7F-58DB-44C4-B69C-927BE7912E07}"/>
              </a:ext>
            </a:extLst>
          </p:cNvPr>
          <p:cNvGrpSpPr/>
          <p:nvPr/>
        </p:nvGrpSpPr>
        <p:grpSpPr>
          <a:xfrm rot="4906330">
            <a:off x="4813411" y="-2940426"/>
            <a:ext cx="4741847" cy="8570268"/>
            <a:chOff x="4202799" y="-3160211"/>
            <a:chExt cx="4741847" cy="857026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30ED220-1AC0-4696-A3DE-8DFC90D05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9484" y="1447943"/>
              <a:ext cx="4225162" cy="3962114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4148889-A0F6-4B56-8494-D59724A28E08}"/>
                </a:ext>
              </a:extLst>
            </p:cNvPr>
            <p:cNvSpPr/>
            <p:nvPr/>
          </p:nvSpPr>
          <p:spPr>
            <a:xfrm rot="3087664">
              <a:off x="656799" y="525490"/>
              <a:ext cx="7200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CF580DA-670E-494D-92A3-89CB55781578}"/>
                </a:ext>
              </a:extLst>
            </p:cNvPr>
            <p:cNvSpPr/>
            <p:nvPr/>
          </p:nvSpPr>
          <p:spPr>
            <a:xfrm rot="3087664">
              <a:off x="956881" y="385789"/>
              <a:ext cx="7200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6A7C54F-D66F-49B3-A828-9964ED719923}"/>
              </a:ext>
            </a:extLst>
          </p:cNvPr>
          <p:cNvSpPr txBox="1"/>
          <p:nvPr/>
        </p:nvSpPr>
        <p:spPr>
          <a:xfrm>
            <a:off x="2509684" y="4672724"/>
            <a:ext cx="7172632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rgbClr val="FF0000"/>
                </a:solidFill>
                <a:latin typeface="Bebas Neue" panose="020B0606020202050201" pitchFamily="34" charset="0"/>
              </a:rPr>
              <a:t>S</a:t>
            </a:r>
            <a:r>
              <a:rPr lang="pt-BR" sz="7200" dirty="0">
                <a:solidFill>
                  <a:srgbClr val="FFFF00"/>
                </a:solidFill>
                <a:latin typeface="Bebas Neue" panose="020B0606020202050201" pitchFamily="34" charset="0"/>
              </a:rPr>
              <a:t>í</a:t>
            </a:r>
            <a:r>
              <a:rPr lang="pt-BR" sz="7200" dirty="0">
                <a:solidFill>
                  <a:srgbClr val="00B050"/>
                </a:solidFill>
                <a:latin typeface="Bebas Neue" panose="020B0606020202050201" pitchFamily="34" charset="0"/>
              </a:rPr>
              <a:t>n</a:t>
            </a:r>
            <a:r>
              <a:rPr lang="pt-BR" sz="7200" dirty="0">
                <a:solidFill>
                  <a:srgbClr val="00B0F0"/>
                </a:solidFill>
                <a:latin typeface="Bebas Neue" panose="020B0606020202050201" pitchFamily="34" charset="0"/>
              </a:rPr>
              <a:t>c</a:t>
            </a:r>
            <a:r>
              <a:rPr lang="pt-BR" sz="7200" dirty="0">
                <a:solidFill>
                  <a:srgbClr val="FF0000"/>
                </a:solidFill>
                <a:latin typeface="Bebas Neue" panose="020B0606020202050201" pitchFamily="34" charset="0"/>
              </a:rPr>
              <a:t>r</a:t>
            </a:r>
            <a:r>
              <a:rPr lang="pt-BR" sz="7200" dirty="0">
                <a:solidFill>
                  <a:srgbClr val="FFFF00"/>
                </a:solidFill>
                <a:latin typeface="Bebas Neue" panose="020B0606020202050201" pitchFamily="34" charset="0"/>
              </a:rPr>
              <a:t>o</a:t>
            </a:r>
            <a:r>
              <a:rPr lang="pt-BR" sz="7200" dirty="0">
                <a:solidFill>
                  <a:srgbClr val="00B050"/>
                </a:solidFill>
                <a:latin typeface="Bebas Neue" panose="020B0606020202050201" pitchFamily="34" charset="0"/>
              </a:rPr>
              <a:t>n</a:t>
            </a:r>
            <a:r>
              <a:rPr lang="pt-BR" sz="7200" dirty="0">
                <a:solidFill>
                  <a:srgbClr val="00B0F0"/>
                </a:solidFill>
                <a:latin typeface="Bebas Neue" panose="020B0606020202050201" pitchFamily="34" charset="0"/>
              </a:rPr>
              <a:t>o</a:t>
            </a:r>
            <a:r>
              <a:rPr lang="id-ID" sz="7200" dirty="0">
                <a:solidFill>
                  <a:srgbClr val="00B0F0"/>
                </a:solidFill>
                <a:latin typeface="Bebas Neue" panose="020B0606020202050201" pitchFamily="34" charset="0"/>
              </a:rPr>
              <a:t> </a:t>
            </a:r>
            <a:r>
              <a:rPr lang="pt-BR" sz="7200" dirty="0">
                <a:solidFill>
                  <a:srgbClr val="FFFF00"/>
                </a:solidFill>
                <a:latin typeface="Bebas Neue" panose="020B0606020202050201" pitchFamily="34" charset="0"/>
              </a:rPr>
              <a:t>e</a:t>
            </a:r>
            <a:r>
              <a:rPr lang="id-ID" sz="7200" dirty="0">
                <a:latin typeface="Bebas Neue" panose="020B0606020202050201" pitchFamily="34" charset="0"/>
              </a:rPr>
              <a:t> </a:t>
            </a:r>
            <a:r>
              <a:rPr lang="pt-BR" sz="7200" dirty="0">
                <a:solidFill>
                  <a:srgbClr val="00B0F0"/>
                </a:solidFill>
                <a:latin typeface="Bebas Neue" panose="020B0606020202050201" pitchFamily="34" charset="0"/>
              </a:rPr>
              <a:t>a</a:t>
            </a:r>
            <a:r>
              <a:rPr lang="pt-BR" sz="7200" dirty="0">
                <a:solidFill>
                  <a:srgbClr val="FF0000"/>
                </a:solidFill>
                <a:latin typeface="Bebas Neue" panose="020B0606020202050201" pitchFamily="34" charset="0"/>
              </a:rPr>
              <a:t>s</a:t>
            </a:r>
            <a:r>
              <a:rPr lang="pt-BR" sz="7200" dirty="0">
                <a:solidFill>
                  <a:srgbClr val="FFFF00"/>
                </a:solidFill>
                <a:latin typeface="Bebas Neue" panose="020B0606020202050201" pitchFamily="34" charset="0"/>
              </a:rPr>
              <a:t>s</a:t>
            </a:r>
            <a:r>
              <a:rPr lang="pt-BR" sz="7200" dirty="0">
                <a:solidFill>
                  <a:srgbClr val="00B050"/>
                </a:solidFill>
                <a:latin typeface="Bebas Neue" panose="020B0606020202050201" pitchFamily="34" charset="0"/>
              </a:rPr>
              <a:t>í</a:t>
            </a:r>
            <a:r>
              <a:rPr lang="pt-BR" sz="7200" dirty="0">
                <a:solidFill>
                  <a:srgbClr val="00B0F0"/>
                </a:solidFill>
                <a:latin typeface="Bebas Neue" panose="020B0606020202050201" pitchFamily="34" charset="0"/>
              </a:rPr>
              <a:t>n</a:t>
            </a:r>
            <a:r>
              <a:rPr lang="pt-BR" sz="7200" dirty="0">
                <a:solidFill>
                  <a:srgbClr val="FF0000"/>
                </a:solidFill>
                <a:latin typeface="Bebas Neue" panose="020B0606020202050201" pitchFamily="34" charset="0"/>
              </a:rPr>
              <a:t>c</a:t>
            </a:r>
            <a:r>
              <a:rPr lang="pt-BR" sz="7200" dirty="0">
                <a:solidFill>
                  <a:srgbClr val="FFFF00"/>
                </a:solidFill>
                <a:latin typeface="Bebas Neue" panose="020B0606020202050201" pitchFamily="34" charset="0"/>
              </a:rPr>
              <a:t>r</a:t>
            </a:r>
            <a:r>
              <a:rPr lang="pt-BR" sz="7200" dirty="0">
                <a:solidFill>
                  <a:srgbClr val="00B050"/>
                </a:solidFill>
                <a:latin typeface="Bebas Neue" panose="020B0606020202050201" pitchFamily="34" charset="0"/>
              </a:rPr>
              <a:t>o</a:t>
            </a:r>
            <a:r>
              <a:rPr lang="pt-BR" sz="7200" dirty="0">
                <a:solidFill>
                  <a:srgbClr val="00B0F0"/>
                </a:solidFill>
                <a:latin typeface="Bebas Neue" panose="020B0606020202050201" pitchFamily="34" charset="0"/>
              </a:rPr>
              <a:t>n</a:t>
            </a:r>
            <a:r>
              <a:rPr lang="pt-BR" sz="7200" dirty="0">
                <a:solidFill>
                  <a:srgbClr val="FF0000"/>
                </a:solidFill>
                <a:latin typeface="Bebas Neue" panose="020B0606020202050201" pitchFamily="34" charset="0"/>
              </a:rPr>
              <a:t>o</a:t>
            </a:r>
            <a:endParaRPr lang="id-ID" sz="7200" dirty="0">
              <a:solidFill>
                <a:srgbClr val="FF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950893"/>
      </p:ext>
    </p:extLst>
  </p:cSld>
  <p:clrMapOvr>
    <a:masterClrMapping/>
  </p:clrMapOvr>
  <p:transition spd="slow" advTm="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31000" decel="33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800000">
                                      <p:cBhvr>
                                        <p:cTn id="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92097BE-70DA-4405-BFD5-0E89FA419D70}"/>
              </a:ext>
            </a:extLst>
          </p:cNvPr>
          <p:cNvGrpSpPr/>
          <p:nvPr/>
        </p:nvGrpSpPr>
        <p:grpSpPr>
          <a:xfrm>
            <a:off x="3608408" y="319086"/>
            <a:ext cx="7998492" cy="6219827"/>
            <a:chOff x="212058" y="161924"/>
            <a:chExt cx="7998492" cy="621982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F92210F-1ADC-415D-BD82-A3C96FBB1BE4}"/>
                </a:ext>
              </a:extLst>
            </p:cNvPr>
            <p:cNvSpPr/>
            <p:nvPr/>
          </p:nvSpPr>
          <p:spPr>
            <a:xfrm>
              <a:off x="212058" y="161924"/>
              <a:ext cx="7998492" cy="5010150"/>
            </a:xfrm>
            <a:prstGeom prst="roundRect">
              <a:avLst>
                <a:gd name="adj" fmla="val 1145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56751A7-DD01-4D54-84FF-FFFF0F046F6F}"/>
                </a:ext>
              </a:extLst>
            </p:cNvPr>
            <p:cNvSpPr/>
            <p:nvPr/>
          </p:nvSpPr>
          <p:spPr>
            <a:xfrm>
              <a:off x="477504" y="476249"/>
              <a:ext cx="7467600" cy="4381501"/>
            </a:xfrm>
            <a:prstGeom prst="roundRect">
              <a:avLst>
                <a:gd name="adj" fmla="val 114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" name="Flowchart: Terminator 7">
              <a:extLst>
                <a:ext uri="{FF2B5EF4-FFF2-40B4-BE49-F238E27FC236}">
                  <a16:creationId xmlns:a16="http://schemas.microsoft.com/office/drawing/2014/main" id="{D2275366-40C5-4C18-AF4F-A1EED1FBD028}"/>
                </a:ext>
              </a:extLst>
            </p:cNvPr>
            <p:cNvSpPr/>
            <p:nvPr/>
          </p:nvSpPr>
          <p:spPr>
            <a:xfrm>
              <a:off x="2727325" y="5543550"/>
              <a:ext cx="2857500" cy="838201"/>
            </a:xfrm>
            <a:prstGeom prst="flowChartTerminator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>
                  <a:latin typeface="Bebas Neue" panose="020B0606020202050201" pitchFamily="34" charset="0"/>
                </a:rPr>
                <a:t>Operações síncronas</a:t>
              </a:r>
              <a:endParaRPr lang="id-ID" sz="2400" dirty="0">
                <a:latin typeface="Bebas Neue" panose="020B0606020202050201" pitchFamily="34" charset="0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97730B-980D-40A2-9C3B-CFE3EE0B7A64}"/>
              </a:ext>
            </a:extLst>
          </p:cNvPr>
          <p:cNvSpPr/>
          <p:nvPr/>
        </p:nvSpPr>
        <p:spPr>
          <a:xfrm>
            <a:off x="4343874" y="3656544"/>
            <a:ext cx="6674703" cy="546320"/>
          </a:xfrm>
          <a:prstGeom prst="roundRect">
            <a:avLst>
              <a:gd name="adj" fmla="val 32456"/>
            </a:avLst>
          </a:prstGeom>
          <a:solidFill>
            <a:srgbClr val="FFC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pt-BR" sz="3200" dirty="0">
                <a:solidFill>
                  <a:schemeClr val="bg1"/>
                </a:solidFill>
                <a:latin typeface="Bebas Neue" panose="020B0606020202050201" pitchFamily="34" charset="0"/>
              </a:rPr>
              <a:t>Resposta imediata</a:t>
            </a:r>
            <a:endParaRPr lang="en-ID" sz="3200" dirty="0">
              <a:latin typeface="Bebas Neue" panose="020B0606020202050201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6D72C1-6F49-415A-83D1-BE9FF7D09A78}"/>
              </a:ext>
            </a:extLst>
          </p:cNvPr>
          <p:cNvSpPr/>
          <p:nvPr/>
        </p:nvSpPr>
        <p:spPr>
          <a:xfrm>
            <a:off x="4343875" y="2363654"/>
            <a:ext cx="6674704" cy="546320"/>
          </a:xfrm>
          <a:prstGeom prst="roundRect">
            <a:avLst>
              <a:gd name="adj" fmla="val 32456"/>
            </a:avLst>
          </a:prstGeom>
          <a:solidFill>
            <a:srgbClr val="E66E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pt-BR" sz="2400" dirty="0">
                <a:solidFill>
                  <a:schemeClr val="bg1"/>
                </a:solidFill>
                <a:latin typeface="Bebas Neue" panose="020B0606020202050201" pitchFamily="34" charset="0"/>
              </a:rPr>
              <a:t>Validação e segurança</a:t>
            </a:r>
            <a:endParaRPr lang="en-ID" sz="2400" dirty="0">
              <a:latin typeface="Bebas Neue" panose="020B0606020202050201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594DDE-9D23-4D94-8639-004E1E53E45C}"/>
              </a:ext>
            </a:extLst>
          </p:cNvPr>
          <p:cNvSpPr/>
          <p:nvPr/>
        </p:nvSpPr>
        <p:spPr>
          <a:xfrm>
            <a:off x="4360931" y="1050028"/>
            <a:ext cx="6657648" cy="546320"/>
          </a:xfrm>
          <a:prstGeom prst="roundRect">
            <a:avLst>
              <a:gd name="adj" fmla="val 32456"/>
            </a:avLst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Bebas Neue" panose="020B0606020202050201" pitchFamily="34" charset="0"/>
              </a:rPr>
              <a:t>Login e autenticação</a:t>
            </a:r>
            <a:endParaRPr lang="id-ID" sz="28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D8A5C37-BCCE-4444-9C74-AEA61E1F3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899" b="98105" l="9942" r="92982">
                        <a14:foregroundMark x1="40351" y1="6577" x2="40351" y2="6577"/>
                        <a14:foregroundMark x1="49415" y1="2899" x2="49415" y2="2899"/>
                        <a14:foregroundMark x1="14035" y1="34114" x2="14035" y2="34114"/>
                        <a14:foregroundMark x1="80117" y1="53289" x2="80117" y2="53289"/>
                        <a14:foregroundMark x1="82456" y1="54961" x2="82456" y2="54961"/>
                        <a14:foregroundMark x1="40936" y1="96990" x2="40936" y2="96990"/>
                        <a14:foregroundMark x1="38012" y1="97882" x2="38012" y2="97882"/>
                        <a14:foregroundMark x1="36550" y1="95541" x2="36550" y2="95541"/>
                        <a14:foregroundMark x1="92982" y1="98105" x2="92982" y2="98105"/>
                        <a14:foregroundMark x1="79240" y1="96656" x2="79240" y2="96656"/>
                        <a14:foregroundMark x1="92982" y1="97324" x2="92982" y2="9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21" y="2147585"/>
            <a:ext cx="2614756" cy="6858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2E80286-0CD6-4CDE-A88B-99EEE8EEC9BC}"/>
              </a:ext>
            </a:extLst>
          </p:cNvPr>
          <p:cNvGrpSpPr/>
          <p:nvPr/>
        </p:nvGrpSpPr>
        <p:grpSpPr>
          <a:xfrm rot="3643643" flipH="1">
            <a:off x="192063" y="1076179"/>
            <a:ext cx="3108543" cy="2142812"/>
            <a:chOff x="-1" y="-21171"/>
            <a:chExt cx="9922938" cy="2142812"/>
          </a:xfrm>
        </p:grpSpPr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1B536FAD-E4FC-4E3C-B6C0-05A97756E0FB}"/>
                </a:ext>
              </a:extLst>
            </p:cNvPr>
            <p:cNvSpPr/>
            <p:nvPr/>
          </p:nvSpPr>
          <p:spPr>
            <a:xfrm rot="5400000">
              <a:off x="3890064" y="-3911232"/>
              <a:ext cx="2142812" cy="9922934"/>
            </a:xfrm>
            <a:prstGeom prst="trapezoid">
              <a:avLst>
                <a:gd name="adj" fmla="val 28434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rgbClr val="FFE8B9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2" name="Trapezoid 21">
              <a:extLst>
                <a:ext uri="{FF2B5EF4-FFF2-40B4-BE49-F238E27FC236}">
                  <a16:creationId xmlns:a16="http://schemas.microsoft.com/office/drawing/2014/main" id="{5078C15F-72BE-4660-8604-C08B29BD1963}"/>
                </a:ext>
              </a:extLst>
            </p:cNvPr>
            <p:cNvSpPr/>
            <p:nvPr/>
          </p:nvSpPr>
          <p:spPr>
            <a:xfrm rot="5400000">
              <a:off x="4076512" y="-3924301"/>
              <a:ext cx="1769907" cy="9922934"/>
            </a:xfrm>
            <a:prstGeom prst="trapezoid">
              <a:avLst>
                <a:gd name="adj" fmla="val 42658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rgbClr val="FFE59B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8E388B7-9A69-4E89-B5E2-629B6E17DB05}"/>
              </a:ext>
            </a:extLst>
          </p:cNvPr>
          <p:cNvGrpSpPr/>
          <p:nvPr/>
        </p:nvGrpSpPr>
        <p:grpSpPr>
          <a:xfrm rot="3643643" flipH="1">
            <a:off x="-1580905" y="-1217366"/>
            <a:ext cx="3650768" cy="1397004"/>
            <a:chOff x="9624966" y="338665"/>
            <a:chExt cx="3650768" cy="139700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00C5E5D-43A5-42E1-8174-BC44884AFC62}"/>
                </a:ext>
              </a:extLst>
            </p:cNvPr>
            <p:cNvGrpSpPr/>
            <p:nvPr/>
          </p:nvGrpSpPr>
          <p:grpSpPr>
            <a:xfrm>
              <a:off x="9624966" y="338667"/>
              <a:ext cx="3650768" cy="1397002"/>
              <a:chOff x="9624966" y="338667"/>
              <a:chExt cx="3650768" cy="1397002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D7CCA74-44F7-4B71-87A3-E165658826C0}"/>
                  </a:ext>
                </a:extLst>
              </p:cNvPr>
              <p:cNvSpPr/>
              <p:nvPr/>
            </p:nvSpPr>
            <p:spPr>
              <a:xfrm>
                <a:off x="9922934" y="338667"/>
                <a:ext cx="270933" cy="1397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7" name="Trapezoid 26">
                <a:extLst>
                  <a:ext uri="{FF2B5EF4-FFF2-40B4-BE49-F238E27FC236}">
                    <a16:creationId xmlns:a16="http://schemas.microsoft.com/office/drawing/2014/main" id="{A7A56F2B-D4A7-4B5B-9ED4-7C7EA95D6F6E}"/>
                  </a:ext>
                </a:extLst>
              </p:cNvPr>
              <p:cNvSpPr/>
              <p:nvPr/>
            </p:nvSpPr>
            <p:spPr>
              <a:xfrm rot="5400000">
                <a:off x="10054166" y="478368"/>
                <a:ext cx="1397002" cy="1117600"/>
              </a:xfrm>
              <a:prstGeom prst="trapezoid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28" name="Chord 27">
                <a:extLst>
                  <a:ext uri="{FF2B5EF4-FFF2-40B4-BE49-F238E27FC236}">
                    <a16:creationId xmlns:a16="http://schemas.microsoft.com/office/drawing/2014/main" id="{7B2FD825-0801-4AC7-B6BB-41FE056DEF4B}"/>
                  </a:ext>
                </a:extLst>
              </p:cNvPr>
              <p:cNvSpPr/>
              <p:nvPr/>
            </p:nvSpPr>
            <p:spPr>
              <a:xfrm rot="4404063">
                <a:off x="9624966" y="477478"/>
                <a:ext cx="1137803" cy="1137803"/>
              </a:xfrm>
              <a:prstGeom prst="chord">
                <a:avLst>
                  <a:gd name="adj1" fmla="val 2700000"/>
                  <a:gd name="adj2" fmla="val 1009390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70CFC9A-B83F-4F76-AE56-4DFA2F0EFEE9}"/>
                  </a:ext>
                </a:extLst>
              </p:cNvPr>
              <p:cNvSpPr/>
              <p:nvPr/>
            </p:nvSpPr>
            <p:spPr>
              <a:xfrm>
                <a:off x="11311467" y="622300"/>
                <a:ext cx="1964267" cy="829734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80C82E5-A0A3-422D-BB6A-2A2E6C2C0305}"/>
                </a:ext>
              </a:extLst>
            </p:cNvPr>
            <p:cNvSpPr/>
            <p:nvPr/>
          </p:nvSpPr>
          <p:spPr>
            <a:xfrm>
              <a:off x="9922934" y="338665"/>
              <a:ext cx="3352800" cy="436033"/>
            </a:xfrm>
            <a:custGeom>
              <a:avLst/>
              <a:gdLst>
                <a:gd name="connsiteX0" fmla="*/ 0 w 3352800"/>
                <a:gd name="connsiteY0" fmla="*/ 0 h 436033"/>
                <a:gd name="connsiteX1" fmla="*/ 270933 w 3352800"/>
                <a:gd name="connsiteY1" fmla="*/ 0 h 436033"/>
                <a:gd name="connsiteX2" fmla="*/ 1388533 w 3352800"/>
                <a:gd name="connsiteY2" fmla="*/ 279400 h 436033"/>
                <a:gd name="connsiteX3" fmla="*/ 1388533 w 3352800"/>
                <a:gd name="connsiteY3" fmla="*/ 283633 h 436033"/>
                <a:gd name="connsiteX4" fmla="*/ 3352800 w 3352800"/>
                <a:gd name="connsiteY4" fmla="*/ 283633 h 436033"/>
                <a:gd name="connsiteX5" fmla="*/ 3352800 w 3352800"/>
                <a:gd name="connsiteY5" fmla="*/ 436033 h 436033"/>
                <a:gd name="connsiteX6" fmla="*/ 1388533 w 3352800"/>
                <a:gd name="connsiteY6" fmla="*/ 436033 h 436033"/>
                <a:gd name="connsiteX7" fmla="*/ 1388533 w 3352800"/>
                <a:gd name="connsiteY7" fmla="*/ 431800 h 436033"/>
                <a:gd name="connsiteX8" fmla="*/ 270933 w 3352800"/>
                <a:gd name="connsiteY8" fmla="*/ 152400 h 436033"/>
                <a:gd name="connsiteX9" fmla="*/ 0 w 3352800"/>
                <a:gd name="connsiteY9" fmla="*/ 152400 h 43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2800" h="436033">
                  <a:moveTo>
                    <a:pt x="0" y="0"/>
                  </a:moveTo>
                  <a:lnTo>
                    <a:pt x="270933" y="0"/>
                  </a:lnTo>
                  <a:lnTo>
                    <a:pt x="1388533" y="279400"/>
                  </a:lnTo>
                  <a:lnTo>
                    <a:pt x="1388533" y="283633"/>
                  </a:lnTo>
                  <a:lnTo>
                    <a:pt x="3352800" y="283633"/>
                  </a:lnTo>
                  <a:lnTo>
                    <a:pt x="3352800" y="436033"/>
                  </a:lnTo>
                  <a:lnTo>
                    <a:pt x="1388533" y="436033"/>
                  </a:lnTo>
                  <a:lnTo>
                    <a:pt x="1388533" y="431800"/>
                  </a:lnTo>
                  <a:lnTo>
                    <a:pt x="270933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tx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</p:grpSp>
    </p:spTree>
    <p:extLst>
      <p:ext uri="{BB962C8B-B14F-4D97-AF65-F5344CB8AC3E}">
        <p14:creationId xmlns:p14="http://schemas.microsoft.com/office/powerpoint/2010/main" val="26355328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92097BE-70DA-4405-BFD5-0E89FA419D70}"/>
              </a:ext>
            </a:extLst>
          </p:cNvPr>
          <p:cNvGrpSpPr/>
          <p:nvPr/>
        </p:nvGrpSpPr>
        <p:grpSpPr>
          <a:xfrm>
            <a:off x="688932" y="243930"/>
            <a:ext cx="10917968" cy="6219827"/>
            <a:chOff x="212058" y="161924"/>
            <a:chExt cx="7998492" cy="621982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F92210F-1ADC-415D-BD82-A3C96FBB1BE4}"/>
                </a:ext>
              </a:extLst>
            </p:cNvPr>
            <p:cNvSpPr/>
            <p:nvPr/>
          </p:nvSpPr>
          <p:spPr>
            <a:xfrm>
              <a:off x="212058" y="161924"/>
              <a:ext cx="7998492" cy="5010150"/>
            </a:xfrm>
            <a:prstGeom prst="roundRect">
              <a:avLst>
                <a:gd name="adj" fmla="val 1145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56751A7-DD01-4D54-84FF-FFFF0F046F6F}"/>
                </a:ext>
              </a:extLst>
            </p:cNvPr>
            <p:cNvSpPr/>
            <p:nvPr/>
          </p:nvSpPr>
          <p:spPr>
            <a:xfrm>
              <a:off x="477504" y="476249"/>
              <a:ext cx="7467600" cy="4381501"/>
            </a:xfrm>
            <a:prstGeom prst="roundRect">
              <a:avLst>
                <a:gd name="adj" fmla="val 114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" name="Flowchart: Terminator 7">
              <a:extLst>
                <a:ext uri="{FF2B5EF4-FFF2-40B4-BE49-F238E27FC236}">
                  <a16:creationId xmlns:a16="http://schemas.microsoft.com/office/drawing/2014/main" id="{D2275366-40C5-4C18-AF4F-A1EED1FBD028}"/>
                </a:ext>
              </a:extLst>
            </p:cNvPr>
            <p:cNvSpPr/>
            <p:nvPr/>
          </p:nvSpPr>
          <p:spPr>
            <a:xfrm>
              <a:off x="2727325" y="5543550"/>
              <a:ext cx="2857500" cy="838201"/>
            </a:xfrm>
            <a:prstGeom prst="flowChartTerminator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>
                  <a:latin typeface="Bebas Neue" panose="020B0606020202050201" pitchFamily="34" charset="0"/>
                </a:rPr>
                <a:t>Operações assíncronas</a:t>
              </a:r>
              <a:endParaRPr lang="id-ID" sz="2400" dirty="0">
                <a:latin typeface="Bebas Neue" panose="020B0606020202050201" pitchFamily="34" charset="0"/>
              </a:endParaRP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2E7E77-4E65-4B1C-946E-D4931E518926}"/>
              </a:ext>
            </a:extLst>
          </p:cNvPr>
          <p:cNvSpPr/>
          <p:nvPr/>
        </p:nvSpPr>
        <p:spPr>
          <a:xfrm>
            <a:off x="4167916" y="3115391"/>
            <a:ext cx="3960000" cy="1440000"/>
          </a:xfrm>
          <a:prstGeom prst="roundRect">
            <a:avLst>
              <a:gd name="adj" fmla="val 32456"/>
            </a:avLst>
          </a:prstGeom>
          <a:solidFill>
            <a:srgbClr val="B493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Bebas Neue" panose="020B0606020202050201" pitchFamily="34" charset="0"/>
              </a:rPr>
              <a:t>Evita travamentos na interface</a:t>
            </a:r>
            <a:endParaRPr lang="id-ID" sz="32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0B8512C-5058-49D7-84FC-A44525AD3089}"/>
              </a:ext>
            </a:extLst>
          </p:cNvPr>
          <p:cNvSpPr/>
          <p:nvPr/>
        </p:nvSpPr>
        <p:spPr>
          <a:xfrm>
            <a:off x="1508679" y="1065875"/>
            <a:ext cx="3960000" cy="1440000"/>
          </a:xfrm>
          <a:prstGeom prst="roundRect">
            <a:avLst>
              <a:gd name="adj" fmla="val 32456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Bebas Neue" panose="020B0606020202050201" pitchFamily="34" charset="0"/>
              </a:rPr>
              <a:t>Processamento em segundo plano</a:t>
            </a:r>
            <a:endParaRPr lang="id-ID" sz="32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0D5B6B-B034-48D3-9A4C-35501266A58F}"/>
              </a:ext>
            </a:extLst>
          </p:cNvPr>
          <p:cNvSpPr/>
          <p:nvPr/>
        </p:nvSpPr>
        <p:spPr>
          <a:xfrm>
            <a:off x="6877010" y="1116823"/>
            <a:ext cx="3960000" cy="1440000"/>
          </a:xfrm>
          <a:prstGeom prst="roundRect">
            <a:avLst>
              <a:gd name="adj" fmla="val 3245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Bebas Neue" panose="020B0606020202050201" pitchFamily="34" charset="0"/>
              </a:rPr>
              <a:t>Geração de atividades com IA</a:t>
            </a:r>
            <a:endParaRPr lang="id-ID" sz="32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946321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D4FF">
            <a:alpha val="3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7D667E5-6BF4-4DF2-9C8E-B69C480E9651}"/>
              </a:ext>
            </a:extLst>
          </p:cNvPr>
          <p:cNvGrpSpPr/>
          <p:nvPr/>
        </p:nvGrpSpPr>
        <p:grpSpPr>
          <a:xfrm rot="4906330">
            <a:off x="4813411" y="-2940426"/>
            <a:ext cx="4741847" cy="8570268"/>
            <a:chOff x="4202799" y="-3160211"/>
            <a:chExt cx="4741847" cy="8570268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D552CE7-6E30-4529-B2AD-636306596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9484" y="1447943"/>
              <a:ext cx="4225162" cy="3962114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26C07C-08D8-4B9B-9A33-91A5F2533452}"/>
                </a:ext>
              </a:extLst>
            </p:cNvPr>
            <p:cNvSpPr/>
            <p:nvPr/>
          </p:nvSpPr>
          <p:spPr>
            <a:xfrm rot="3087664">
              <a:off x="656799" y="525490"/>
              <a:ext cx="7200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BD16F-AE0B-4562-AD16-2FE73AE1F83E}"/>
                </a:ext>
              </a:extLst>
            </p:cNvPr>
            <p:cNvSpPr/>
            <p:nvPr/>
          </p:nvSpPr>
          <p:spPr>
            <a:xfrm rot="3087664">
              <a:off x="956881" y="385789"/>
              <a:ext cx="7200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7A9EE2-B82F-41F7-A611-37D008EA8CB3}"/>
              </a:ext>
            </a:extLst>
          </p:cNvPr>
          <p:cNvSpPr/>
          <p:nvPr/>
        </p:nvSpPr>
        <p:spPr>
          <a:xfrm rot="21062370">
            <a:off x="626343" y="2171735"/>
            <a:ext cx="11189416" cy="263573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Plain">
              <a:avLst/>
            </a:prstTxWarp>
          </a:bodyPr>
          <a:lstStyle/>
          <a:p>
            <a:pPr algn="ctr"/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FF0000"/>
                </a:solidFill>
                <a:latin typeface="Bebas Neue" panose="020B0606020202050201" pitchFamily="34" charset="0"/>
              </a:rPr>
              <a:t>S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FFC000"/>
                </a:solidFill>
                <a:latin typeface="Bebas Neue" panose="020B0606020202050201" pitchFamily="34" charset="0"/>
              </a:rPr>
              <a:t>e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00B050"/>
                </a:solidFill>
                <a:latin typeface="Bebas Neue" panose="020B0606020202050201" pitchFamily="34" charset="0"/>
              </a:rPr>
              <a:t>g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1E72C7"/>
                </a:solidFill>
                <a:latin typeface="Bebas Neue" panose="020B0606020202050201" pitchFamily="34" charset="0"/>
              </a:rPr>
              <a:t>u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FF0000"/>
                </a:solidFill>
                <a:latin typeface="Bebas Neue" panose="020B0606020202050201" pitchFamily="34" charset="0"/>
              </a:rPr>
              <a:t>r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FFFF00"/>
                </a:solidFill>
                <a:latin typeface="Bebas Neue" panose="020B0606020202050201" pitchFamily="34" charset="0"/>
              </a:rPr>
              <a:t>a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00B050"/>
                </a:solidFill>
                <a:latin typeface="Bebas Neue" panose="020B0606020202050201" pitchFamily="34" charset="0"/>
              </a:rPr>
              <a:t>n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0070C0"/>
                </a:solidFill>
                <a:latin typeface="Bebas Neue" panose="020B0606020202050201" pitchFamily="34" charset="0"/>
              </a:rPr>
              <a:t>ç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FF0000"/>
                </a:solidFill>
                <a:latin typeface="Bebas Neue" panose="020B0606020202050201" pitchFamily="34" charset="0"/>
              </a:rPr>
              <a:t>a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C03C2E"/>
                </a:solidFill>
                <a:latin typeface="Bebas Neue" panose="020B0606020202050201" pitchFamily="34" charset="0"/>
              </a:rPr>
              <a:t> 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FFFF00"/>
                </a:solidFill>
                <a:latin typeface="Bebas Neue" panose="020B0606020202050201" pitchFamily="34" charset="0"/>
              </a:rPr>
              <a:t>d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00B050"/>
                </a:solidFill>
                <a:latin typeface="Bebas Neue" panose="020B0606020202050201" pitchFamily="34" charset="0"/>
              </a:rPr>
              <a:t>e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C03C2E"/>
                </a:solidFill>
                <a:latin typeface="Bebas Neue" panose="020B0606020202050201" pitchFamily="34" charset="0"/>
              </a:rPr>
              <a:t> 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0070C0"/>
                </a:solidFill>
                <a:latin typeface="Bebas Neue" panose="020B0606020202050201" pitchFamily="34" charset="0"/>
              </a:rPr>
              <a:t>d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FF0000"/>
                </a:solidFill>
                <a:latin typeface="Bebas Neue" panose="020B0606020202050201" pitchFamily="34" charset="0"/>
              </a:rPr>
              <a:t>a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FFFF00"/>
                </a:solidFill>
                <a:latin typeface="Bebas Neue" panose="020B0606020202050201" pitchFamily="34" charset="0"/>
              </a:rPr>
              <a:t>d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00B050"/>
                </a:solidFill>
                <a:latin typeface="Bebas Neue" panose="020B0606020202050201" pitchFamily="34" charset="0"/>
              </a:rPr>
              <a:t>o</a:t>
            </a:r>
            <a:r>
              <a:rPr lang="pt-BR" sz="6600" dirty="0">
                <a:ln w="28575">
                  <a:solidFill>
                    <a:schemeClr val="bg1"/>
                  </a:solidFill>
                </a:ln>
                <a:solidFill>
                  <a:srgbClr val="0070C0"/>
                </a:solidFill>
                <a:latin typeface="Bebas Neue" panose="020B0606020202050201" pitchFamily="34" charset="0"/>
              </a:rPr>
              <a:t>s</a:t>
            </a:r>
            <a:endParaRPr lang="id-ID" sz="6600" dirty="0">
              <a:ln w="28575">
                <a:solidFill>
                  <a:schemeClr val="bg1"/>
                </a:solidFill>
              </a:ln>
              <a:solidFill>
                <a:srgbClr val="0070C0"/>
              </a:solidFill>
              <a:latin typeface="Bebas Neue" panose="020B0606020202050201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3E9E9-4BEE-4A69-8F63-FBC6926074F5}"/>
              </a:ext>
            </a:extLst>
          </p:cNvPr>
          <p:cNvSpPr/>
          <p:nvPr/>
        </p:nvSpPr>
        <p:spPr>
          <a:xfrm rot="21132772">
            <a:off x="-6505223" y="-5054733"/>
            <a:ext cx="19491551" cy="340396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496C1-7EEA-4DD4-8920-4B0A7082E565}"/>
              </a:ext>
            </a:extLst>
          </p:cNvPr>
          <p:cNvSpPr/>
          <p:nvPr/>
        </p:nvSpPr>
        <p:spPr>
          <a:xfrm rot="21132772">
            <a:off x="-2695224" y="8813667"/>
            <a:ext cx="19491551" cy="340396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C0AD8E-1B0A-4573-8B50-63661346E61B}"/>
              </a:ext>
            </a:extLst>
          </p:cNvPr>
          <p:cNvSpPr/>
          <p:nvPr/>
        </p:nvSpPr>
        <p:spPr>
          <a:xfrm rot="21132772">
            <a:off x="-6505223" y="-5054733"/>
            <a:ext cx="19491551" cy="34039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B9DAEE-8FFA-410E-A3DD-8D3D99CF29A0}"/>
              </a:ext>
            </a:extLst>
          </p:cNvPr>
          <p:cNvSpPr/>
          <p:nvPr/>
        </p:nvSpPr>
        <p:spPr>
          <a:xfrm rot="21132772">
            <a:off x="-2695224" y="8813667"/>
            <a:ext cx="19491551" cy="34039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881A3E-B4DA-46FD-9508-D6078C0B3F40}"/>
              </a:ext>
            </a:extLst>
          </p:cNvPr>
          <p:cNvSpPr/>
          <p:nvPr/>
        </p:nvSpPr>
        <p:spPr>
          <a:xfrm rot="21132772">
            <a:off x="-6505225" y="-5054734"/>
            <a:ext cx="19491551" cy="34039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32265A-F92D-4578-8F06-005B4552C0E1}"/>
              </a:ext>
            </a:extLst>
          </p:cNvPr>
          <p:cNvSpPr/>
          <p:nvPr/>
        </p:nvSpPr>
        <p:spPr>
          <a:xfrm rot="21132772">
            <a:off x="-2695226" y="8813666"/>
            <a:ext cx="19491551" cy="34039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87078C-1497-4ECD-8B1F-034762107C92}"/>
              </a:ext>
            </a:extLst>
          </p:cNvPr>
          <p:cNvSpPr/>
          <p:nvPr/>
        </p:nvSpPr>
        <p:spPr>
          <a:xfrm rot="21132772">
            <a:off x="-6505224" y="-5054734"/>
            <a:ext cx="19491551" cy="3403964"/>
          </a:xfrm>
          <a:prstGeom prst="rect">
            <a:avLst/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18CFF6-18F5-46FC-A658-DCBC6A0AEF58}"/>
              </a:ext>
            </a:extLst>
          </p:cNvPr>
          <p:cNvSpPr/>
          <p:nvPr/>
        </p:nvSpPr>
        <p:spPr>
          <a:xfrm rot="21132772">
            <a:off x="-2695225" y="8813666"/>
            <a:ext cx="19491551" cy="3403964"/>
          </a:xfrm>
          <a:prstGeom prst="rect">
            <a:avLst/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F464DF-D90A-49B3-B4DC-76FCCD9394D9}"/>
              </a:ext>
            </a:extLst>
          </p:cNvPr>
          <p:cNvGrpSpPr/>
          <p:nvPr/>
        </p:nvGrpSpPr>
        <p:grpSpPr>
          <a:xfrm>
            <a:off x="12465922" y="-5517840"/>
            <a:ext cx="19344475" cy="5349589"/>
            <a:chOff x="12465922" y="-5517840"/>
            <a:chExt cx="19344475" cy="5349589"/>
          </a:xfrm>
        </p:grpSpPr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598A33F4-5734-465F-98FA-D698245DBB73}"/>
                </a:ext>
              </a:extLst>
            </p:cNvPr>
            <p:cNvSpPr/>
            <p:nvPr/>
          </p:nvSpPr>
          <p:spPr>
            <a:xfrm rot="10330971">
              <a:off x="12465922" y="-5517840"/>
              <a:ext cx="19344475" cy="5349589"/>
            </a:xfrm>
            <a:prstGeom prst="rightArrow">
              <a:avLst>
                <a:gd name="adj1" fmla="val 50000"/>
                <a:gd name="adj2" fmla="val 72417"/>
              </a:avLst>
            </a:prstGeom>
            <a:solidFill>
              <a:srgbClr val="FFFF0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800" dirty="0"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869B1F8-0187-4BC8-8BFB-E0A7407EB356}"/>
                </a:ext>
              </a:extLst>
            </p:cNvPr>
            <p:cNvSpPr/>
            <p:nvPr/>
          </p:nvSpPr>
          <p:spPr>
            <a:xfrm rot="21133746">
              <a:off x="16346850" y="-4269093"/>
              <a:ext cx="15062550" cy="222028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Plain">
                <a:avLst/>
              </a:prstTxWarp>
            </a:bodyPr>
            <a:lstStyle/>
            <a:p>
              <a:pPr algn="ctr"/>
              <a:r>
                <a:rPr lang="pt-BR" sz="9600" dirty="0">
                  <a:ln w="28575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Bebas Neue" panose="020B0606020202050201" pitchFamily="34" charset="0"/>
                </a:rPr>
                <a:t>Segurança de dados</a:t>
              </a:r>
              <a:endParaRPr lang="id-ID" sz="9600" dirty="0">
                <a:ln w="28575">
                  <a:solidFill>
                    <a:schemeClr val="bg1"/>
                  </a:solidFill>
                </a:ln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F1E7E5-7051-4198-94FA-0FF8C4CF1FF1}"/>
              </a:ext>
            </a:extLst>
          </p:cNvPr>
          <p:cNvGrpSpPr/>
          <p:nvPr/>
        </p:nvGrpSpPr>
        <p:grpSpPr>
          <a:xfrm>
            <a:off x="-19608140" y="6889201"/>
            <a:ext cx="19344475" cy="4197899"/>
            <a:chOff x="-19608140" y="6889201"/>
            <a:chExt cx="19344475" cy="5349589"/>
          </a:xfrm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EA565F74-C6FA-4FCD-ABBF-B458D3E88598}"/>
                </a:ext>
              </a:extLst>
            </p:cNvPr>
            <p:cNvSpPr/>
            <p:nvPr/>
          </p:nvSpPr>
          <p:spPr>
            <a:xfrm rot="21156679">
              <a:off x="-19608140" y="6889201"/>
              <a:ext cx="19344475" cy="5349589"/>
            </a:xfrm>
            <a:prstGeom prst="rightArrow">
              <a:avLst>
                <a:gd name="adj1" fmla="val 50000"/>
                <a:gd name="adj2" fmla="val 72417"/>
              </a:avLst>
            </a:prstGeom>
            <a:solidFill>
              <a:srgbClr val="00B0F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A74AF0A-2871-4BB4-BE31-59E042EBF0E1}"/>
                </a:ext>
              </a:extLst>
            </p:cNvPr>
            <p:cNvSpPr/>
            <p:nvPr/>
          </p:nvSpPr>
          <p:spPr>
            <a:xfrm rot="21133746">
              <a:off x="-19284063" y="8675302"/>
              <a:ext cx="15062550" cy="222028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Plain">
                <a:avLst/>
              </a:prstTxWarp>
            </a:bodyPr>
            <a:lstStyle/>
            <a:p>
              <a:pPr algn="ctr"/>
              <a:r>
                <a:rPr lang="pt-BR" sz="9600" dirty="0">
                  <a:ln w="28575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Bebas Neue" panose="020B0606020202050201" pitchFamily="34" charset="0"/>
                </a:rPr>
                <a:t>Segurança de dados</a:t>
              </a:r>
              <a:endParaRPr lang="id-ID" sz="9600" dirty="0">
                <a:ln w="28575">
                  <a:solidFill>
                    <a:schemeClr val="bg1"/>
                  </a:solidFill>
                </a:ln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4520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31000" decel="33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800000">
                                      <p:cBhvr>
                                        <p:cTn id="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85185E-6 L 1.32083 -0.30324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042" y="-1516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33333E-6 L -1.42201 0.36157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107" y="1807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1.32083 -0.30324 L 1.5931 -0.3606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07" y="-287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42201 0.36158 L -1.64701 0.4145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43" y="2523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6" presetClass="entr" presetSubtype="4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5" grpId="0" animBg="1"/>
      <p:bldP spid="16" grpId="0" animBg="1"/>
      <p:bldP spid="10" grpId="0" animBg="1"/>
      <p:bldP spid="14" grpId="0" animBg="1"/>
      <p:bldP spid="8" grpId="0" animBg="1"/>
      <p:bldP spid="9" grpId="0" animBg="1"/>
      <p:bldP spid="13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5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CB83149-B569-4470-862E-5C62A4E3063A}"/>
              </a:ext>
            </a:extLst>
          </p:cNvPr>
          <p:cNvSpPr/>
          <p:nvPr/>
        </p:nvSpPr>
        <p:spPr>
          <a:xfrm rot="5400000">
            <a:off x="2666997" y="-2666999"/>
            <a:ext cx="6858003" cy="12192001"/>
          </a:xfrm>
          <a:prstGeom prst="rect">
            <a:avLst/>
          </a:prstGeom>
          <a:solidFill>
            <a:srgbClr val="B493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958827F-B2E5-4BF6-A9DF-920EA2B21B6A}"/>
              </a:ext>
            </a:extLst>
          </p:cNvPr>
          <p:cNvSpPr/>
          <p:nvPr/>
        </p:nvSpPr>
        <p:spPr>
          <a:xfrm>
            <a:off x="1715461" y="1731071"/>
            <a:ext cx="9480884" cy="4800604"/>
          </a:xfrm>
          <a:prstGeom prst="roundRect">
            <a:avLst>
              <a:gd name="adj" fmla="val 864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3CBA737-72AC-47B5-9D09-CD64F0E857F5}"/>
              </a:ext>
            </a:extLst>
          </p:cNvPr>
          <p:cNvSpPr/>
          <p:nvPr/>
        </p:nvSpPr>
        <p:spPr>
          <a:xfrm>
            <a:off x="1563061" y="1578671"/>
            <a:ext cx="9480884" cy="4800604"/>
          </a:xfrm>
          <a:prstGeom prst="roundRect">
            <a:avLst>
              <a:gd name="adj" fmla="val 86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9BE60E0-30BC-4B00-B648-1D85B34D6906}"/>
              </a:ext>
            </a:extLst>
          </p:cNvPr>
          <p:cNvSpPr/>
          <p:nvPr/>
        </p:nvSpPr>
        <p:spPr>
          <a:xfrm>
            <a:off x="6303503" y="1757117"/>
            <a:ext cx="4254500" cy="1335431"/>
          </a:xfrm>
          <a:prstGeom prst="roundRect">
            <a:avLst>
              <a:gd name="adj" fmla="val 3245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latin typeface="Bebas Neue" panose="020B0606020202050201" pitchFamily="34" charset="0"/>
              </a:rPr>
              <a:t>Criptografia seletiva</a:t>
            </a:r>
            <a:endParaRPr lang="id-ID" sz="4000" dirty="0">
              <a:latin typeface="Bebas Neue" panose="020B0606020202050201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C13AD0-6679-4548-B7D5-D3158EE8D96B}"/>
              </a:ext>
            </a:extLst>
          </p:cNvPr>
          <p:cNvSpPr/>
          <p:nvPr/>
        </p:nvSpPr>
        <p:spPr>
          <a:xfrm>
            <a:off x="6303503" y="3311258"/>
            <a:ext cx="4254500" cy="1335431"/>
          </a:xfrm>
          <a:prstGeom prst="roundRect">
            <a:avLst>
              <a:gd name="adj" fmla="val 3245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Bebas Neue" panose="020B0606020202050201" pitchFamily="34" charset="0"/>
              </a:rPr>
              <a:t>Logs de auditoria</a:t>
            </a:r>
            <a:endParaRPr lang="id-ID" sz="4400" dirty="0">
              <a:latin typeface="Bebas Neue" panose="020B0606020202050201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FC62DFA-9F67-4915-B3FC-58647BDC551A}"/>
              </a:ext>
            </a:extLst>
          </p:cNvPr>
          <p:cNvSpPr/>
          <p:nvPr/>
        </p:nvSpPr>
        <p:spPr>
          <a:xfrm>
            <a:off x="6303503" y="4865400"/>
            <a:ext cx="4254500" cy="1335431"/>
          </a:xfrm>
          <a:prstGeom prst="roundRect">
            <a:avLst>
              <a:gd name="adj" fmla="val 32456"/>
            </a:avLst>
          </a:prstGeom>
          <a:solidFill>
            <a:srgbClr val="954E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Bebas Neue" panose="020B0606020202050201" pitchFamily="34" charset="0"/>
              </a:rPr>
              <a:t>Segurança arquitetural</a:t>
            </a:r>
            <a:endParaRPr lang="id-ID" sz="3600" dirty="0">
              <a:latin typeface="Bebas Neue" panose="020B0606020202050201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68C0443-739E-4FBB-9B3B-0DF76FB011C7}"/>
              </a:ext>
            </a:extLst>
          </p:cNvPr>
          <p:cNvSpPr/>
          <p:nvPr/>
        </p:nvSpPr>
        <p:spPr>
          <a:xfrm>
            <a:off x="1841500" y="4865400"/>
            <a:ext cx="4254500" cy="1335431"/>
          </a:xfrm>
          <a:prstGeom prst="roundRect">
            <a:avLst>
              <a:gd name="adj" fmla="val 32456"/>
            </a:avLst>
          </a:prstGeom>
          <a:solidFill>
            <a:srgbClr val="FFC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Bebas Neue" panose="020B0606020202050201" pitchFamily="34" charset="0"/>
              </a:rPr>
              <a:t>anonimização</a:t>
            </a:r>
            <a:endParaRPr lang="id-ID" sz="4400" dirty="0">
              <a:latin typeface="Bebas Neue" panose="020B0606020202050201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270476-D113-4E4D-A3AF-55F56505364E}"/>
              </a:ext>
            </a:extLst>
          </p:cNvPr>
          <p:cNvSpPr/>
          <p:nvPr/>
        </p:nvSpPr>
        <p:spPr>
          <a:xfrm>
            <a:off x="1841499" y="3331392"/>
            <a:ext cx="4254500" cy="1335431"/>
          </a:xfrm>
          <a:prstGeom prst="roundRect">
            <a:avLst>
              <a:gd name="adj" fmla="val 32456"/>
            </a:avLst>
          </a:prstGeom>
          <a:solidFill>
            <a:srgbClr val="E66E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latin typeface="Bebas Neue" panose="020B0606020202050201" pitchFamily="34" charset="0"/>
              </a:rPr>
              <a:t>Conformidade (</a:t>
            </a:r>
            <a:r>
              <a:rPr lang="pt-BR" sz="4000" dirty="0" err="1">
                <a:latin typeface="Bebas Neue" panose="020B0606020202050201" pitchFamily="34" charset="0"/>
              </a:rPr>
              <a:t>lgpd</a:t>
            </a:r>
            <a:r>
              <a:rPr lang="pt-BR" sz="4000" dirty="0">
                <a:latin typeface="Bebas Neue" panose="020B0606020202050201" pitchFamily="34" charset="0"/>
              </a:rPr>
              <a:t>)</a:t>
            </a:r>
            <a:endParaRPr lang="id-ID" sz="4000" dirty="0">
              <a:latin typeface="Bebas Neue" panose="020B0606020202050201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4FE8834-027F-4817-BFE4-7CC8E84641FE}"/>
              </a:ext>
            </a:extLst>
          </p:cNvPr>
          <p:cNvSpPr/>
          <p:nvPr/>
        </p:nvSpPr>
        <p:spPr>
          <a:xfrm>
            <a:off x="1841500" y="1797385"/>
            <a:ext cx="4254500" cy="1335431"/>
          </a:xfrm>
          <a:prstGeom prst="roundRect">
            <a:avLst>
              <a:gd name="adj" fmla="val 32456"/>
            </a:avLst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Bebas Neue" panose="020B0606020202050201" pitchFamily="34" charset="0"/>
              </a:rPr>
              <a:t>Conformidade (eca)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32A03A-AADF-4BE9-8DD2-13F501530B1D}"/>
              </a:ext>
            </a:extLst>
          </p:cNvPr>
          <p:cNvSpPr/>
          <p:nvPr/>
        </p:nvSpPr>
        <p:spPr>
          <a:xfrm>
            <a:off x="0" y="150797"/>
            <a:ext cx="12192000" cy="1633969"/>
          </a:xfrm>
          <a:prstGeom prst="roundRect">
            <a:avLst>
              <a:gd name="adj" fmla="val 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 dirty="0">
                <a:solidFill>
                  <a:schemeClr val="bg1"/>
                </a:solidFill>
                <a:latin typeface="Bebas Neue" panose="020B0606020202050201" pitchFamily="34" charset="0"/>
              </a:rPr>
              <a:t>Segurança de dados</a:t>
            </a:r>
            <a:endParaRPr lang="id-ID" sz="6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61601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C2A76D6-37D1-4E2B-BEA4-450CD4291667}"/>
              </a:ext>
            </a:extLst>
          </p:cNvPr>
          <p:cNvSpPr/>
          <p:nvPr/>
        </p:nvSpPr>
        <p:spPr>
          <a:xfrm>
            <a:off x="-1803" y="0"/>
            <a:ext cx="12230283" cy="6877681"/>
          </a:xfrm>
          <a:custGeom>
            <a:avLst/>
            <a:gdLst>
              <a:gd name="connsiteX0" fmla="*/ 0 w 5173792"/>
              <a:gd name="connsiteY0" fmla="*/ 0 h 6845024"/>
              <a:gd name="connsiteX1" fmla="*/ 5173792 w 5173792"/>
              <a:gd name="connsiteY1" fmla="*/ 0 h 6845024"/>
              <a:gd name="connsiteX2" fmla="*/ 2458916 w 5173792"/>
              <a:gd name="connsiteY2" fmla="*/ 6845024 h 6845024"/>
              <a:gd name="connsiteX3" fmla="*/ 0 w 5173792"/>
              <a:gd name="connsiteY3" fmla="*/ 6845024 h 6845024"/>
              <a:gd name="connsiteX0" fmla="*/ 0 w 5173792"/>
              <a:gd name="connsiteY0" fmla="*/ 0 h 6877681"/>
              <a:gd name="connsiteX1" fmla="*/ 5173792 w 5173792"/>
              <a:gd name="connsiteY1" fmla="*/ 0 h 6877681"/>
              <a:gd name="connsiteX2" fmla="*/ 5156073 w 5173792"/>
              <a:gd name="connsiteY2" fmla="*/ 6877681 h 6877681"/>
              <a:gd name="connsiteX3" fmla="*/ 0 w 5173792"/>
              <a:gd name="connsiteY3" fmla="*/ 6845024 h 6877681"/>
              <a:gd name="connsiteX4" fmla="*/ 0 w 5173792"/>
              <a:gd name="connsiteY4" fmla="*/ 0 h 6877681"/>
              <a:gd name="connsiteX0" fmla="*/ 0 w 5189270"/>
              <a:gd name="connsiteY0" fmla="*/ 0 h 6877681"/>
              <a:gd name="connsiteX1" fmla="*/ 5173792 w 5189270"/>
              <a:gd name="connsiteY1" fmla="*/ 0 h 6877681"/>
              <a:gd name="connsiteX2" fmla="*/ 5188404 w 5189270"/>
              <a:gd name="connsiteY2" fmla="*/ 6877681 h 6877681"/>
              <a:gd name="connsiteX3" fmla="*/ 0 w 5189270"/>
              <a:gd name="connsiteY3" fmla="*/ 6845024 h 6877681"/>
              <a:gd name="connsiteX4" fmla="*/ 0 w 5189270"/>
              <a:gd name="connsiteY4" fmla="*/ 0 h 6877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9270" h="6877681">
                <a:moveTo>
                  <a:pt x="0" y="0"/>
                </a:moveTo>
                <a:lnTo>
                  <a:pt x="5173792" y="0"/>
                </a:lnTo>
                <a:cubicBezTo>
                  <a:pt x="5167886" y="2292560"/>
                  <a:pt x="5194310" y="4585121"/>
                  <a:pt x="5188404" y="6877681"/>
                </a:cubicBezTo>
                <a:lnTo>
                  <a:pt x="0" y="6845024"/>
                </a:lnTo>
                <a:lnTo>
                  <a:pt x="0" y="0"/>
                </a:lnTo>
                <a:close/>
              </a:path>
            </a:pathLst>
          </a:custGeom>
          <a:solidFill>
            <a:srgbClr val="FFD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73ADC49F-FE73-4886-B891-4B114D8BE529}"/>
              </a:ext>
            </a:extLst>
          </p:cNvPr>
          <p:cNvSpPr txBox="1"/>
          <p:nvPr/>
        </p:nvSpPr>
        <p:spPr>
          <a:xfrm>
            <a:off x="390965" y="2436986"/>
            <a:ext cx="7252647" cy="2300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d-ID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1630C4-35B3-4A62-B843-CEC8B8E41F5F}"/>
              </a:ext>
            </a:extLst>
          </p:cNvPr>
          <p:cNvSpPr/>
          <p:nvPr/>
        </p:nvSpPr>
        <p:spPr>
          <a:xfrm>
            <a:off x="-36480" y="0"/>
            <a:ext cx="12228480" cy="6838321"/>
          </a:xfrm>
          <a:prstGeom prst="roundRect">
            <a:avLst>
              <a:gd name="adj" fmla="val 0"/>
            </a:avLst>
          </a:prstGeom>
          <a:solidFill>
            <a:srgbClr val="FFE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000" dirty="0">
              <a:latin typeface="Bebas Neue" panose="020B0606020202050201" pitchFamily="34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DDCD3E0-11C5-4A73-86C0-BC731AAD134E}"/>
              </a:ext>
            </a:extLst>
          </p:cNvPr>
          <p:cNvSpPr/>
          <p:nvPr/>
        </p:nvSpPr>
        <p:spPr>
          <a:xfrm>
            <a:off x="390965" y="1054584"/>
            <a:ext cx="8510218" cy="57214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5400" dirty="0">
                <a:solidFill>
                  <a:schemeClr val="tx1"/>
                </a:solidFill>
                <a:latin typeface="Bebas Neue" panose="020B0606020202050201" pitchFamily="34" charset="0"/>
              </a:rPr>
              <a:t>Conclusão</a:t>
            </a:r>
            <a:endParaRPr lang="id-ID" sz="5400" dirty="0">
              <a:solidFill>
                <a:schemeClr val="tx1"/>
              </a:solidFill>
              <a:latin typeface="Bebas Neue" panose="020B0606020202050201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A51068-8097-47D8-A958-8693A3211476}"/>
              </a:ext>
            </a:extLst>
          </p:cNvPr>
          <p:cNvSpPr/>
          <p:nvPr/>
        </p:nvSpPr>
        <p:spPr>
          <a:xfrm>
            <a:off x="-36480" y="2121288"/>
            <a:ext cx="12228480" cy="3451123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FE25E9-0083-4170-84A9-0E3848EDE51C}"/>
              </a:ext>
            </a:extLst>
          </p:cNvPr>
          <p:cNvSpPr txBox="1"/>
          <p:nvPr/>
        </p:nvSpPr>
        <p:spPr>
          <a:xfrm>
            <a:off x="165201" y="2375585"/>
            <a:ext cx="8960559" cy="328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pt-BR" dirty="0"/>
              <a:t>      </a:t>
            </a:r>
            <a:r>
              <a:rPr lang="pt-BR" sz="2400" dirty="0">
                <a:latin typeface="Bebas Neue" panose="020B0606020202050201" pitchFamily="34" charset="0"/>
              </a:rPr>
              <a:t>Alfabetiza AI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Agency FB" panose="020B0503020202020204" pitchFamily="34" charset="0"/>
              </a:rPr>
              <a:t>Tornar o ambiente hospitalar mais leve e acolhedor.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Agency FB" panose="020B0503020202020204" pitchFamily="34" charset="0"/>
              </a:rPr>
              <a:t>Estimular aprendizagem, criatividade e imaginação através de histórias infantis.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Agency FB" panose="020B0503020202020204" pitchFamily="34" charset="0"/>
              </a:rPr>
              <a:t>Uso da IA e da tecnologia humanizada para apoiar o desenvolvimento educacional.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Agency FB" panose="020B0503020202020204" pitchFamily="34" charset="0"/>
              </a:rPr>
              <a:t>Sistema desenvolvido com segurança, organização e responsabilidade ética (LGPD e ECA).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Agency FB" panose="020B0503020202020204" pitchFamily="34" charset="0"/>
              </a:rPr>
              <a:t>Mais do que um projeto tecnológico: uma ferramenta de inclusão, esperança e transformação.</a:t>
            </a: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endParaRPr lang="id-ID" sz="2800" dirty="0">
              <a:latin typeface="Agency FB" panose="020B0503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526E23B-6321-4D77-BD4C-E5707C2FD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899" b="98105" l="9942" r="92982">
                        <a14:foregroundMark x1="40351" y1="6577" x2="40351" y2="6577"/>
                        <a14:foregroundMark x1="49415" y1="2899" x2="49415" y2="2899"/>
                        <a14:foregroundMark x1="14035" y1="34114" x2="14035" y2="34114"/>
                        <a14:foregroundMark x1="80117" y1="53289" x2="80117" y2="53289"/>
                        <a14:foregroundMark x1="82456" y1="54961" x2="82456" y2="54961"/>
                        <a14:foregroundMark x1="40936" y1="96990" x2="40936" y2="96990"/>
                        <a14:foregroundMark x1="38012" y1="97882" x2="38012" y2="97882"/>
                        <a14:foregroundMark x1="36550" y1="95541" x2="36550" y2="95541"/>
                        <a14:foregroundMark x1="92982" y1="98105" x2="92982" y2="98105"/>
                        <a14:foregroundMark x1="79240" y1="96656" x2="79240" y2="96656"/>
                        <a14:foregroundMark x1="92982" y1="97324" x2="92982" y2="9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62240" y="405275"/>
            <a:ext cx="2614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7377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14" grpId="0" animBg="1"/>
      <p:bldP spid="2" grpId="0" uiExpan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>
            <a:alpha val="3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7A9EE2-B82F-41F7-A611-37D008EA8CB3}"/>
              </a:ext>
            </a:extLst>
          </p:cNvPr>
          <p:cNvSpPr/>
          <p:nvPr/>
        </p:nvSpPr>
        <p:spPr>
          <a:xfrm rot="21062370">
            <a:off x="1215801" y="2277298"/>
            <a:ext cx="10319495" cy="2237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Plain">
              <a:avLst/>
            </a:prstTxWarp>
          </a:bodyPr>
          <a:lstStyle/>
          <a:p>
            <a:pPr algn="ctr"/>
            <a:r>
              <a:rPr lang="pt-BR" sz="6600" dirty="0">
                <a:ln>
                  <a:solidFill>
                    <a:schemeClr val="bg1"/>
                  </a:solidFill>
                </a:ln>
                <a:solidFill>
                  <a:srgbClr val="C03C2E"/>
                </a:solidFill>
                <a:latin typeface="Bebas Neue" panose="020B0606020202050201" pitchFamily="34" charset="0"/>
              </a:rPr>
              <a:t>o</a:t>
            </a:r>
            <a:r>
              <a:rPr lang="id-ID" sz="66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  <a:latin typeface="Bebas Neue" panose="020B0606020202050201" pitchFamily="34" charset="0"/>
              </a:rPr>
              <a:t> </a:t>
            </a:r>
            <a:r>
              <a:rPr lang="pt-BR" sz="6600" dirty="0">
                <a:ln>
                  <a:solidFill>
                    <a:schemeClr val="bg1"/>
                  </a:solidFill>
                </a:ln>
                <a:solidFill>
                  <a:srgbClr val="FFC000"/>
                </a:solidFill>
                <a:latin typeface="Bebas Neue" panose="020B0606020202050201" pitchFamily="34" charset="0"/>
              </a:rPr>
              <a:t>b</a:t>
            </a:r>
            <a:r>
              <a:rPr lang="id-ID" sz="66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  <a:latin typeface="Bebas Neue" panose="020B0606020202050201" pitchFamily="34" charset="0"/>
              </a:rPr>
              <a:t> </a:t>
            </a:r>
            <a:r>
              <a:rPr lang="pt-BR" sz="6600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  <a:latin typeface="Bebas Neue" panose="020B0606020202050201" pitchFamily="34" charset="0"/>
              </a:rPr>
              <a:t>r</a:t>
            </a:r>
            <a:r>
              <a:rPr lang="id-ID" sz="66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  <a:latin typeface="Bebas Neue" panose="020B0606020202050201" pitchFamily="34" charset="0"/>
              </a:rPr>
              <a:t> </a:t>
            </a:r>
            <a:r>
              <a:rPr lang="pt-BR" sz="6600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  <a:latin typeface="Bebas Neue" panose="020B0606020202050201" pitchFamily="34" charset="0"/>
              </a:rPr>
              <a:t>i</a:t>
            </a:r>
            <a:r>
              <a:rPr lang="id-ID" sz="66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  <a:latin typeface="Bebas Neue" panose="020B0606020202050201" pitchFamily="34" charset="0"/>
              </a:rPr>
              <a:t> </a:t>
            </a:r>
            <a:r>
              <a:rPr lang="pt-BR" sz="6600" dirty="0">
                <a:ln>
                  <a:solidFill>
                    <a:schemeClr val="bg1"/>
                  </a:solidFill>
                </a:ln>
                <a:solidFill>
                  <a:srgbClr val="C03C2E"/>
                </a:solidFill>
                <a:latin typeface="Bebas Neue" panose="020B0606020202050201" pitchFamily="34" charset="0"/>
              </a:rPr>
              <a:t>g a </a:t>
            </a:r>
            <a:r>
              <a:rPr lang="pt-BR" sz="6600" dirty="0">
                <a:ln>
                  <a:solidFill>
                    <a:schemeClr val="bg1"/>
                  </a:solidFill>
                </a:ln>
                <a:solidFill>
                  <a:srgbClr val="FFC000"/>
                </a:solidFill>
                <a:latin typeface="Bebas Neue" panose="020B0606020202050201" pitchFamily="34" charset="0"/>
              </a:rPr>
              <a:t>d</a:t>
            </a:r>
            <a:r>
              <a:rPr lang="id-ID" sz="66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  <a:latin typeface="Bebas Neue" panose="020B0606020202050201" pitchFamily="34" charset="0"/>
              </a:rPr>
              <a:t> </a:t>
            </a:r>
            <a:r>
              <a:rPr lang="id-ID" sz="6600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  <a:latin typeface="Bebas Neue" panose="020B0606020202050201" pitchFamily="34" charset="0"/>
              </a:rPr>
              <a:t>o</a:t>
            </a:r>
            <a:r>
              <a:rPr lang="id-ID" sz="66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  <a:latin typeface="Bebas Neue" panose="020B0606020202050201" pitchFamily="34" charset="0"/>
              </a:rPr>
              <a:t> </a:t>
            </a:r>
            <a:endParaRPr lang="id-ID" sz="6600" dirty="0">
              <a:ln>
                <a:solidFill>
                  <a:schemeClr val="bg1"/>
                </a:solidFill>
              </a:ln>
              <a:solidFill>
                <a:srgbClr val="FFC000"/>
              </a:solidFill>
              <a:latin typeface="Bebas Neue" panose="020B0606020202050201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2E6B34-425A-429C-BAB6-623FD139E98B}"/>
              </a:ext>
            </a:extLst>
          </p:cNvPr>
          <p:cNvSpPr/>
          <p:nvPr/>
        </p:nvSpPr>
        <p:spPr>
          <a:xfrm>
            <a:off x="1139190" y="739140"/>
            <a:ext cx="845820" cy="845820"/>
          </a:xfrm>
          <a:prstGeom prst="rect">
            <a:avLst/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A034DA-6D0A-41BC-A913-50929E7AC040}"/>
              </a:ext>
            </a:extLst>
          </p:cNvPr>
          <p:cNvSpPr/>
          <p:nvPr/>
        </p:nvSpPr>
        <p:spPr>
          <a:xfrm>
            <a:off x="9479280" y="5044440"/>
            <a:ext cx="845820" cy="845820"/>
          </a:xfrm>
          <a:prstGeom prst="rect">
            <a:avLst/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A4301A-EEE9-496A-AD34-457EA9F090C7}"/>
              </a:ext>
            </a:extLst>
          </p:cNvPr>
          <p:cNvSpPr/>
          <p:nvPr/>
        </p:nvSpPr>
        <p:spPr>
          <a:xfrm>
            <a:off x="2216447" y="1257300"/>
            <a:ext cx="655320" cy="655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B85006-D262-4956-81E0-4FC278EB8361}"/>
              </a:ext>
            </a:extLst>
          </p:cNvPr>
          <p:cNvSpPr/>
          <p:nvPr/>
        </p:nvSpPr>
        <p:spPr>
          <a:xfrm>
            <a:off x="4945380" y="5890260"/>
            <a:ext cx="655320" cy="655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26E659-5596-4235-8A8A-CBE4817C7E0D}"/>
              </a:ext>
            </a:extLst>
          </p:cNvPr>
          <p:cNvSpPr/>
          <p:nvPr/>
        </p:nvSpPr>
        <p:spPr>
          <a:xfrm>
            <a:off x="6141720" y="312420"/>
            <a:ext cx="655320" cy="6553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1268B4-EECC-42EF-B20D-37B91E83E6BC}"/>
              </a:ext>
            </a:extLst>
          </p:cNvPr>
          <p:cNvSpPr/>
          <p:nvPr/>
        </p:nvSpPr>
        <p:spPr>
          <a:xfrm>
            <a:off x="10530840" y="4712970"/>
            <a:ext cx="655320" cy="6553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29E20B-4FE5-47C7-B24E-57DD3CA26524}"/>
              </a:ext>
            </a:extLst>
          </p:cNvPr>
          <p:cNvSpPr/>
          <p:nvPr/>
        </p:nvSpPr>
        <p:spPr>
          <a:xfrm>
            <a:off x="545403" y="1812580"/>
            <a:ext cx="845820" cy="8458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A40C4D-A495-418B-ACB4-D1B6E14475B2}"/>
              </a:ext>
            </a:extLst>
          </p:cNvPr>
          <p:cNvSpPr/>
          <p:nvPr/>
        </p:nvSpPr>
        <p:spPr>
          <a:xfrm>
            <a:off x="7379970" y="739140"/>
            <a:ext cx="655320" cy="655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84793C-1F94-4C64-BCAE-CE3DFAF248D1}"/>
              </a:ext>
            </a:extLst>
          </p:cNvPr>
          <p:cNvSpPr/>
          <p:nvPr/>
        </p:nvSpPr>
        <p:spPr>
          <a:xfrm>
            <a:off x="3718560" y="5467350"/>
            <a:ext cx="845820" cy="8458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A84656-AF4A-492D-AFDA-64FF2E1503C8}"/>
              </a:ext>
            </a:extLst>
          </p:cNvPr>
          <p:cNvSpPr/>
          <p:nvPr/>
        </p:nvSpPr>
        <p:spPr>
          <a:xfrm>
            <a:off x="10546080" y="5581175"/>
            <a:ext cx="845820" cy="8458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3E9E9-4BEE-4A69-8F63-FBC6926074F5}"/>
              </a:ext>
            </a:extLst>
          </p:cNvPr>
          <p:cNvSpPr/>
          <p:nvPr/>
        </p:nvSpPr>
        <p:spPr>
          <a:xfrm rot="21132772">
            <a:off x="-6505223" y="-5054733"/>
            <a:ext cx="19491551" cy="340396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496C1-7EEA-4DD4-8920-4B0A7082E565}"/>
              </a:ext>
            </a:extLst>
          </p:cNvPr>
          <p:cNvSpPr/>
          <p:nvPr/>
        </p:nvSpPr>
        <p:spPr>
          <a:xfrm rot="21132772">
            <a:off x="-2695224" y="8813667"/>
            <a:ext cx="19491551" cy="340396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C0AD8E-1B0A-4573-8B50-63661346E61B}"/>
              </a:ext>
            </a:extLst>
          </p:cNvPr>
          <p:cNvSpPr/>
          <p:nvPr/>
        </p:nvSpPr>
        <p:spPr>
          <a:xfrm rot="21132772">
            <a:off x="-6505223" y="-5054733"/>
            <a:ext cx="19491551" cy="34039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B9DAEE-8FFA-410E-A3DD-8D3D99CF29A0}"/>
              </a:ext>
            </a:extLst>
          </p:cNvPr>
          <p:cNvSpPr/>
          <p:nvPr/>
        </p:nvSpPr>
        <p:spPr>
          <a:xfrm rot="21132772">
            <a:off x="-2695224" y="8813667"/>
            <a:ext cx="19491551" cy="34039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881A3E-B4DA-46FD-9508-D6078C0B3F40}"/>
              </a:ext>
            </a:extLst>
          </p:cNvPr>
          <p:cNvSpPr/>
          <p:nvPr/>
        </p:nvSpPr>
        <p:spPr>
          <a:xfrm rot="21132772">
            <a:off x="-6505225" y="-5054734"/>
            <a:ext cx="19491551" cy="34039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32265A-F92D-4578-8F06-005B4552C0E1}"/>
              </a:ext>
            </a:extLst>
          </p:cNvPr>
          <p:cNvSpPr/>
          <p:nvPr/>
        </p:nvSpPr>
        <p:spPr>
          <a:xfrm rot="21132772">
            <a:off x="-2695226" y="8813666"/>
            <a:ext cx="19491551" cy="34039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87078C-1497-4ECD-8B1F-034762107C92}"/>
              </a:ext>
            </a:extLst>
          </p:cNvPr>
          <p:cNvSpPr/>
          <p:nvPr/>
        </p:nvSpPr>
        <p:spPr>
          <a:xfrm rot="21132772">
            <a:off x="-6505224" y="-5054734"/>
            <a:ext cx="19491551" cy="3403964"/>
          </a:xfrm>
          <a:prstGeom prst="rect">
            <a:avLst/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18CFF6-18F5-46FC-A658-DCBC6A0AEF58}"/>
              </a:ext>
            </a:extLst>
          </p:cNvPr>
          <p:cNvSpPr/>
          <p:nvPr/>
        </p:nvSpPr>
        <p:spPr>
          <a:xfrm rot="21132772">
            <a:off x="-2695225" y="8813666"/>
            <a:ext cx="19491551" cy="3403964"/>
          </a:xfrm>
          <a:prstGeom prst="rect">
            <a:avLst/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F464DF-D90A-49B3-B4DC-76FCCD9394D9}"/>
              </a:ext>
            </a:extLst>
          </p:cNvPr>
          <p:cNvGrpSpPr/>
          <p:nvPr/>
        </p:nvGrpSpPr>
        <p:grpSpPr>
          <a:xfrm>
            <a:off x="12465922" y="-5517840"/>
            <a:ext cx="19344475" cy="5349589"/>
            <a:chOff x="12465922" y="-5517840"/>
            <a:chExt cx="19344475" cy="5349589"/>
          </a:xfrm>
        </p:grpSpPr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598A33F4-5734-465F-98FA-D698245DBB73}"/>
                </a:ext>
              </a:extLst>
            </p:cNvPr>
            <p:cNvSpPr/>
            <p:nvPr/>
          </p:nvSpPr>
          <p:spPr>
            <a:xfrm rot="10330971">
              <a:off x="12465922" y="-5517840"/>
              <a:ext cx="19344475" cy="5349589"/>
            </a:xfrm>
            <a:prstGeom prst="rightArrow">
              <a:avLst>
                <a:gd name="adj1" fmla="val 50000"/>
                <a:gd name="adj2" fmla="val 72417"/>
              </a:avLst>
            </a:prstGeom>
            <a:solidFill>
              <a:srgbClr val="FFFF0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800" dirty="0"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869B1F8-0187-4BC8-8BFB-E0A7407EB356}"/>
                </a:ext>
              </a:extLst>
            </p:cNvPr>
            <p:cNvSpPr/>
            <p:nvPr/>
          </p:nvSpPr>
          <p:spPr>
            <a:xfrm rot="21133746">
              <a:off x="16346850" y="-4269093"/>
              <a:ext cx="15062550" cy="222028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Plain">
                <a:avLst/>
              </a:prstTxWarp>
            </a:bodyPr>
            <a:lstStyle/>
            <a:p>
              <a:pPr algn="ctr"/>
              <a:r>
                <a:rPr lang="pt-BR" sz="19900" dirty="0">
                  <a:solidFill>
                    <a:schemeClr val="bg1"/>
                  </a:solidFill>
                  <a:latin typeface="Bebas Neue" panose="020B0606020202050201" pitchFamily="34" charset="0"/>
                </a:rPr>
                <a:t>obrigado</a:t>
              </a:r>
              <a:endParaRPr lang="id-ID" sz="19900" dirty="0"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F1E7E5-7051-4198-94FA-0FF8C4CF1FF1}"/>
              </a:ext>
            </a:extLst>
          </p:cNvPr>
          <p:cNvGrpSpPr/>
          <p:nvPr/>
        </p:nvGrpSpPr>
        <p:grpSpPr>
          <a:xfrm>
            <a:off x="-19608140" y="6889201"/>
            <a:ext cx="19344475" cy="4197899"/>
            <a:chOff x="-19608140" y="6889201"/>
            <a:chExt cx="19344475" cy="5349589"/>
          </a:xfrm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EA565F74-C6FA-4FCD-ABBF-B458D3E88598}"/>
                </a:ext>
              </a:extLst>
            </p:cNvPr>
            <p:cNvSpPr/>
            <p:nvPr/>
          </p:nvSpPr>
          <p:spPr>
            <a:xfrm rot="21156679">
              <a:off x="-19608140" y="6889201"/>
              <a:ext cx="19344475" cy="5349589"/>
            </a:xfrm>
            <a:prstGeom prst="rightArrow">
              <a:avLst>
                <a:gd name="adj1" fmla="val 50000"/>
                <a:gd name="adj2" fmla="val 72417"/>
              </a:avLst>
            </a:prstGeom>
            <a:solidFill>
              <a:srgbClr val="00B0F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A74AF0A-2871-4BB4-BE31-59E042EBF0E1}"/>
                </a:ext>
              </a:extLst>
            </p:cNvPr>
            <p:cNvSpPr/>
            <p:nvPr/>
          </p:nvSpPr>
          <p:spPr>
            <a:xfrm rot="21133746">
              <a:off x="-19284063" y="8675302"/>
              <a:ext cx="15062550" cy="222028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Plain">
                <a:avLst/>
              </a:prstTxWarp>
            </a:bodyPr>
            <a:lstStyle/>
            <a:p>
              <a:pPr algn="ctr"/>
              <a:r>
                <a:rPr lang="pt-BR" sz="19900" dirty="0">
                  <a:solidFill>
                    <a:schemeClr val="bg1"/>
                  </a:solidFill>
                  <a:latin typeface="Bebas Neue" panose="020B0606020202050201" pitchFamily="34" charset="0"/>
                </a:rPr>
                <a:t>obrigado</a:t>
              </a:r>
              <a:endParaRPr lang="id-ID" sz="19900" dirty="0">
                <a:solidFill>
                  <a:schemeClr val="bg1"/>
                </a:solidFill>
                <a:latin typeface="Bebas Neue" panose="020B0606020202050201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ED548814-1DDB-41F8-B515-494ECBEBA766}"/>
              </a:ext>
            </a:extLst>
          </p:cNvPr>
          <p:cNvSpPr/>
          <p:nvPr/>
        </p:nvSpPr>
        <p:spPr>
          <a:xfrm>
            <a:off x="9700260" y="431228"/>
            <a:ext cx="845820" cy="845820"/>
          </a:xfrm>
          <a:prstGeom prst="rect">
            <a:avLst/>
          </a:prstGeom>
          <a:solidFill>
            <a:srgbClr val="C03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BABA7E-EFBD-4E2C-BC86-D2120837A631}"/>
              </a:ext>
            </a:extLst>
          </p:cNvPr>
          <p:cNvSpPr/>
          <p:nvPr/>
        </p:nvSpPr>
        <p:spPr>
          <a:xfrm>
            <a:off x="436245" y="5828203"/>
            <a:ext cx="655320" cy="6553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ED7317-7A74-49FA-A790-F03D85088D09}"/>
              </a:ext>
            </a:extLst>
          </p:cNvPr>
          <p:cNvSpPr/>
          <p:nvPr/>
        </p:nvSpPr>
        <p:spPr>
          <a:xfrm>
            <a:off x="1246343" y="5607933"/>
            <a:ext cx="520544" cy="5205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40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85185E-6 L 1.32083 -0.30324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042" y="-151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33333E-6 L -1.42201 0.36157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107" y="1807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18737 0.76111 L 0.14674 0.27222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2444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7826 -0.75 L -0.04076 -0.26111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44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1.32083 -0.30324 L 1.5931 -0.3606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07" y="-287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42201 0.36158 L -1.64701 0.41458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43" y="2523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6" presetClass="entr" presetSubtype="4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15" grpId="0" animBg="1"/>
      <p:bldP spid="16" grpId="0" animBg="1"/>
      <p:bldP spid="10" grpId="0" animBg="1"/>
      <p:bldP spid="14" grpId="0" animBg="1"/>
      <p:bldP spid="8" grpId="0" animBg="1"/>
      <p:bldP spid="9" grpId="0" animBg="1"/>
      <p:bldP spid="13" grpId="0" animBg="1"/>
      <p:bldP spid="7" grpId="0" animBg="1"/>
      <p:bldP spid="33" grpId="0" animBg="1"/>
      <p:bldP spid="34" grpId="0" animBg="1"/>
      <p:bldP spid="3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2832</TotalTime>
  <Words>379</Words>
  <Application>Microsoft Office PowerPoint</Application>
  <PresentationFormat>Widescreen</PresentationFormat>
  <Paragraphs>144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2" baseType="lpstr">
      <vt:lpstr>Wingdings</vt:lpstr>
      <vt:lpstr>Bebas Neue</vt:lpstr>
      <vt:lpstr>Arial</vt:lpstr>
      <vt:lpstr>Calibri</vt:lpstr>
      <vt:lpstr>Calibri Light</vt:lpstr>
      <vt:lpstr>Agency FB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Izza Nasira Azzahra</dc:creator>
  <cp:lastModifiedBy>daniel willian</cp:lastModifiedBy>
  <cp:revision>211</cp:revision>
  <dcterms:created xsi:type="dcterms:W3CDTF">2021-04-04T06:53:24Z</dcterms:created>
  <dcterms:modified xsi:type="dcterms:W3CDTF">2026-05-27T23:11:14Z</dcterms:modified>
</cp:coreProperties>
</file>